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12192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各位评委好，我们是黄淮学院的“有请下一队”，成员是白湛文、白龙飞、冯子鑫。我们带来的项目叫 Offer 大作战：选一个离谱的校园岗位，和有个性的面试官聊四题，最后领到一张带印章的娱乐录用单。</a:t>
            </a:r>
          </a:p>
          <a:p/>
          <a:p>
            <a:r>
              <a:t>资料依据：README.md；web/style.css；web/assets/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我们把它定位成校园娱乐游戏。岗位来自大家熟悉的校园生活，例如摸鱼艺术家、食堂品鉴师、早八勇士。体验目标是让人愿意参与、愿意回答，也愿意把结果分享给朋友。产品提供十个岗位、五位角色和三种模式；它不提供真实招聘结论。</a:t>
            </a:r>
          </a:p>
          <a:p/>
          <a:p>
            <a:r>
              <a:t>资料依据：campus_ai_prompts_v3.json；README.md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主线很清楚：选择岗位和面试官，完成四次作答，再生成录用单。思考和澄清不占题数，跳过计题，用户也能提前结束。录用单可以实际导出 PNG，而不只是提示用户截图。这页展示的是本地演示界面。</a:t>
            </a:r>
          </a:p>
          <a:p/>
          <a:p>
            <a:r>
              <a:t>资料依据：web/app.js；web/export.js；docs/artifacts/home-390.png；docs/artifacts/roles-360.png；docs/artifacts/offer-export-390.png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角色差异不只体现在头像上，也体现在接话方式。赛博判官会抓逻辑漏洞，摸鱼前辈看起来懒洋洋，但会追问具体方案；玄学角色用签文包装岗位问题；诗人先共情，再回到回答；话痨先联想，随后把话题交回来。角色和岗位共同进入可信提示词。</a:t>
            </a:r>
          </a:p>
          <a:p/>
          <a:p>
            <a:r>
              <a:t>资料依据：campus_ai_prompts_v3.json；web/assets/avatar-mapping.json；app/providers.py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视频模式中，主画面是角色图的状态动画，小窗是用户自己的镜头预览。面试官先请用户站好，用户明确同意后才上传一张截图看穿搭。解除静音开始录音，再次静音结束并识别；用户能修改识别文字再发送。回复使用语音播放。它是回合式交互，没有宣称全双工通话或精确口型。</a:t>
            </a:r>
          </a:p>
          <a:p/>
          <a:p>
            <a:r>
              <a:t>资料依据：web/app.js；web/media.js；docs/手机反馈修复_20261018.md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我们还提供了基础反转玩法。用户从回答问题的一方变成面试官，向 AI 应聘者小欧提问，并决定录取或淘汰。后端使用独立的应聘者提示词，不直接复用面试官卡。这个玩法让同一套岗位内容多了一种互动方式。这页是本地演示截图。</a:t>
            </a:r>
          </a:p>
          <a:p/>
          <a:p>
            <a:r>
              <a:t>资料依据：app/providers.py；app/main.py；web/app.js；docs/artifacts/reverse-390.png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前端使用原生网页技术，浏览器负责交互和媒体生命周期。后端通过 FastAPI 管理会话，保存可信的岗位、角色、阶段和历史，再调用独立适配器。前端不能自己决定评分或结束阶段。四类 AI 能力分别配置和失败处理；部署使用 Docker 与 Caddy，让页面和 API 同源提供 HTTPS 访问。</a:t>
            </a:r>
          </a:p>
          <a:p/>
          <a:p>
            <a:r>
              <a:t>资料依据：app/main.py；app/providers.py；web/media.js；Dockerfile；deploy/compose.yaml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结果采用五个一到十分的娱乐维度。真实评价可用时，先按 AI 七成、规则三成混合，四舍五入并限制为整数，再由后端按最终均分判定。规则检查有效且不重复的回答和行动、应变、协作、创意信号，不只奖励长答案。没有有效回答时单独标为未评定；没有模型时使用规则并明确标示演示。</a:t>
            </a:r>
          </a:p>
          <a:p/>
          <a:p>
            <a:r>
              <a:t>资料依据：app/scoring.py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黑客松现场的体验不能只依赖一次理想请求。我们做了重复提交去重、阶段控制和恢复入口；离开通话时会清理媒体与过期请求。语音识别失败可以打字，语音合成失败保留字幕。上传图片需要明确同意，应用默认不保存原始媒体。网络或 API 不可用时，本地演示题库仍能走到结果，但会告诉用户已经降级。</a:t>
            </a:r>
          </a:p>
          <a:p/>
          <a:p>
            <a:r>
              <a:t>资料依据：app/main.py；web/media.js；web/app.js；tests/flows.spec.js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当前版本有四十六项后端检查和四十五项浏览器完整回归通过，另有五项不适用于对应引擎的假摄像头场景跳过。真实多轮对话与评价、视觉及语音接口都有独立记录，HTTPS 测试入口已上线。用户已完成手机登录并反馈镜头画面和交互问题，我们进行了第二轮修复；完整真人语音整局和最新手机版表现仍持续复测，不能用模拟媒体代替。</a:t>
            </a:r>
          </a:p>
          <a:p/>
          <a:p>
            <a:r>
              <a:t>资料依据：docs/artifacts/pytest-v3.txt；docs/artifacts/e2e-v3-results.json；docs/验收记录.md；docs/手机反馈修复_20261018.md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演示时先打开已登录的页面，选择摸鱼艺术家和摸鱼前辈，完成四题。可以先点一次让我想想，展示题数不变，再用脚本处理、抽查修正、队友确认等虚构答案作答，最后导出 PNG。还有时间就展示反转模式。真实 API 网络不稳时，明确切换到本地演示题库，不把模板回答说成模型调用。访问入口是测试地址，现场讲解者提前完成登录，不在投影中暴露密码。</a:t>
            </a:r>
          </a:p>
          <a:p/>
          <a:p>
            <a:r>
              <a:t>资料依据：docs/现场演示脚本.md；docs/手机验收.md；web/app.js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后续我们会优先完善手机上的键盘、录音和播放体验，继续根据真实反馈匹配角色声音，再扩充岗位与追问内容。我们希望观众不只看一段聊天，而是愿意亲自应聘一次，并带走自己的录用单。我们的介绍到这里，欢迎评委提问。</a:t>
            </a:r>
          </a:p>
          <a:p/>
          <a:p>
            <a:r>
              <a:t>资料依据：README.md；docs/手机反馈修复_20261018.md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/>
        </p:txBody>
      </p:sp>
      <p:sp>
        <p:nvSpPr>
          <p:cNvPr id="2" name="Subtitle"/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/>
      <p:sp>
        <p:nvSpPr>
          <p:cNvPr id="2" name="Section title"/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/>
        </p:txBody>
      </p:sp>
      <p:sp>
        <p:nvSpPr>
          <p:cNvPr id="2" name="Body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/>
      <p:sp>
        <p:nvSpPr>
          <p:cNvPr id="4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/>
        </p:txBody>
      </p:sp>
      <p:sp>
        <p:nvSpPr>
          <p:cNvPr id="2" name="Left column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  <p:sp>
        <p:nvSpPr>
          <p:cNvPr id="3" name="Right column"/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/>
        </p:txBody>
      </p:sp>
      <p:sp>
        <p:nvSpPr>
          <p:cNvPr id="2" name="Left column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7" Type="http://schemas.openxmlformats.org/officeDocument/2006/relationships/theme" Target="../theme/theme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6.xml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4.xml"/><Relationship Id="rId6" Type="http://schemas.openxmlformats.org/officeDocument/2006/relationships/slideLayout" Target="../slideLayouts/slideLayout6.xml"/><Relationship Id="rId5" Type="http://schemas.openxmlformats.org/officeDocument/2006/relationships/image" Target="../media/image3.png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6.xml"/><Relationship Id="rId1" Type="http://schemas.openxmlformats.org/officeDocument/2006/relationships/hyperlink" Target="https://47.117.105.33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EFD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4" name="text-1"/>
          <p:cNvSpPr>
            <a:spLocks noGrp="1"/>
          </p:cNvSpPr>
          <p:nvPr/>
        </p:nvSpPr>
        <p:spPr>
          <a:xfrm>
            <a:off x="609600" y="285750"/>
            <a:ext cx="63817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200" b="0">
                <a:solidFill>
                  <a:srgbClr val="B02A1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 algn="l">
              <a:defRPr sz="1200" b="0">
                <a:solidFill>
                  <a:srgbClr val="B02A1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 algn="l">
              <a:defRPr sz="1200" b="0">
                <a:solidFill>
                  <a:srgbClr val="B02A1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 algn="l">
              <a:defRPr sz="1200" b="0">
                <a:solidFill>
                  <a:srgbClr val="B02A1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 algn="l">
              <a:defRPr sz="1200" b="0">
                <a:solidFill>
                  <a:srgbClr val="B02A1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 algn="l">
              <a:defRPr sz="1200" b="0">
                <a:solidFill>
                  <a:srgbClr val="B02A1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 algn="l">
              <a:defRPr sz="1200" b="0">
                <a:solidFill>
                  <a:srgbClr val="B02A1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 algn="l">
              <a:defRPr sz="1200" b="0">
                <a:solidFill>
                  <a:srgbClr val="B02A1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 algn="l">
              <a:defRPr sz="1200" b="0">
                <a:solidFill>
                  <a:srgbClr val="B02A1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 algn="l">
              <a:defRPr sz="1200" b="0">
                <a:solidFill>
                  <a:srgbClr val="B02A1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 algn="l">
              <a:defRPr sz="1200" b="0">
                <a:solidFill>
                  <a:srgbClr val="B02A1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00" b="0">
                <a:solidFill>
                  <a:srgbClr val="B02A1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OFFER 大作战 · 校园人事部</a:t>
            </a:r>
            <a:endParaRPr sz="1200" b="0">
              <a:solidFill>
                <a:srgbClr val="B02A1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" name="text-2"/>
          <p:cNvSpPr>
            <a:spLocks noGrp="1"/>
          </p:cNvSpPr>
          <p:nvPr/>
        </p:nvSpPr>
        <p:spPr>
          <a:xfrm>
            <a:off x="9144000" y="285750"/>
            <a:ext cx="24384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20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defPPr>
            <a:lvl1pPr algn="r">
              <a:defRPr sz="120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1pPr>
            <a:lvl2pPr algn="r">
              <a:defRPr sz="120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2pPr>
            <a:lvl3pPr algn="r">
              <a:defRPr sz="120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3pPr>
            <a:lvl4pPr algn="r">
              <a:defRPr sz="120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4pPr>
            <a:lvl5pPr algn="r">
              <a:defRPr sz="120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5pPr>
            <a:lvl6pPr algn="r">
              <a:defRPr sz="120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6pPr>
            <a:lvl7pPr algn="r">
              <a:defRPr sz="120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7pPr>
            <a:lvl8pPr algn="r">
              <a:defRPr sz="120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8pPr>
            <a:lvl9pPr algn="r">
              <a:defRPr sz="120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9pPr>
          </a:lstStyle>
          <a:p>
            <a:pPr algn="r">
              <a:defRPr sz="120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pPr>
            <a:r>
              <a:rPr sz="120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rPr>
              <a:t>黑客松项目答辩</a:t>
            </a:r>
            <a:endParaRPr sz="1200" b="0">
              <a:solidFill>
                <a:srgbClr val="85765C"/>
              </a:solidFill>
              <a:latin typeface="Heiti TC" panose="02000000000000000000" charset="-122"/>
              <a:ea typeface="Heiti TC" panose="02000000000000000000" charset="-122"/>
              <a:cs typeface="Heiti TC" panose="02000000000000000000" charset="-122"/>
            </a:endParaRPr>
          </a:p>
        </p:txBody>
      </p:sp>
      <p:sp>
        <p:nvSpPr>
          <p:cNvPr id="3" name="rule-3"/>
          <p:cNvSpPr>
            <a:spLocks noGrp="1"/>
          </p:cNvSpPr>
          <p:nvPr/>
        </p:nvSpPr>
        <p:spPr>
          <a:xfrm>
            <a:off x="609600" y="723900"/>
            <a:ext cx="10972800" cy="0"/>
          </a:xfrm>
          <a:prstGeom prst="line">
            <a:avLst/>
          </a:prstGeom>
          <a:noFill/>
          <a:ln w="14288">
            <a:solidFill>
              <a:srgbClr val="2B2B2B"/>
            </a:solidFill>
            <a:prstDash val="solid"/>
          </a:ln>
        </p:spPr>
      </p:sp>
      <p:sp>
        <p:nvSpPr>
          <p:cNvPr id="4" name="rule-4"/>
          <p:cNvSpPr>
            <a:spLocks noGrp="1"/>
          </p:cNvSpPr>
          <p:nvPr/>
        </p:nvSpPr>
        <p:spPr>
          <a:xfrm>
            <a:off x="609600" y="6372225"/>
            <a:ext cx="10972800" cy="0"/>
          </a:xfrm>
          <a:prstGeom prst="line">
            <a:avLst/>
          </a:prstGeom>
          <a:noFill/>
          <a:ln w="9525">
            <a:solidFill>
              <a:srgbClr val="D7CBB3"/>
            </a:solidFill>
            <a:prstDash val="solid"/>
          </a:ln>
        </p:spPr>
      </p:sp>
      <p:sp>
        <p:nvSpPr>
          <p:cNvPr id="5" name="text-5"/>
          <p:cNvSpPr>
            <a:spLocks noGrp="1"/>
          </p:cNvSpPr>
          <p:nvPr/>
        </p:nvSpPr>
        <p:spPr>
          <a:xfrm>
            <a:off x="609600" y="6496050"/>
            <a:ext cx="71437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defPPr>
            <a:lvl1pPr algn="l">
              <a:defRPr sz="1125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1pPr>
            <a:lvl2pPr algn="l">
              <a:defRPr sz="1125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2pPr>
            <a:lvl3pPr algn="l">
              <a:defRPr sz="1125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3pPr>
            <a:lvl4pPr algn="l">
              <a:defRPr sz="1125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4pPr>
            <a:lvl5pPr algn="l">
              <a:defRPr sz="1125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5pPr>
            <a:lvl6pPr algn="l">
              <a:defRPr sz="1125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6pPr>
            <a:lvl7pPr algn="l">
              <a:defRPr sz="1125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7pPr>
            <a:lvl8pPr algn="l">
              <a:defRPr sz="1125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8pPr>
            <a:lvl9pPr algn="l">
              <a:defRPr sz="1125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9pPr>
          </a:lstStyle>
          <a:p>
            <a:pPr algn="l">
              <a:defRPr sz="1125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pPr>
            <a:r>
              <a:rPr sz="1125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rPr>
              <a:t>有请下一队  /  黄淮学院</a:t>
            </a:r>
            <a:endParaRPr sz="1125" b="0">
              <a:solidFill>
                <a:srgbClr val="85765C"/>
              </a:solidFill>
              <a:latin typeface="Heiti TC" panose="02000000000000000000" charset="-122"/>
              <a:ea typeface="Heiti TC" panose="02000000000000000000" charset="-122"/>
              <a:cs typeface="Heiti TC" panose="02000000000000000000" charset="-122"/>
            </a:endParaRPr>
          </a:p>
        </p:txBody>
      </p:sp>
      <p:sp>
        <p:nvSpPr>
          <p:cNvPr id="6" name="text-6"/>
          <p:cNvSpPr>
            <a:spLocks noGrp="1"/>
          </p:cNvSpPr>
          <p:nvPr/>
        </p:nvSpPr>
        <p:spPr>
          <a:xfrm>
            <a:off x="10334625" y="6496050"/>
            <a:ext cx="1238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125" b="0">
                <a:solidFill>
                  <a:srgbClr val="85765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 algn="r">
              <a:defRPr sz="1125" b="0">
                <a:solidFill>
                  <a:srgbClr val="85765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 algn="r">
              <a:defRPr sz="1125" b="0">
                <a:solidFill>
                  <a:srgbClr val="85765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 algn="r">
              <a:defRPr sz="1125" b="0">
                <a:solidFill>
                  <a:srgbClr val="85765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 algn="r">
              <a:defRPr sz="1125" b="0">
                <a:solidFill>
                  <a:srgbClr val="85765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 algn="r">
              <a:defRPr sz="1125" b="0">
                <a:solidFill>
                  <a:srgbClr val="85765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 algn="r">
              <a:defRPr sz="1125" b="0">
                <a:solidFill>
                  <a:srgbClr val="85765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 algn="r">
              <a:defRPr sz="1125" b="0">
                <a:solidFill>
                  <a:srgbClr val="85765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 algn="r">
              <a:defRPr sz="1125" b="0">
                <a:solidFill>
                  <a:srgbClr val="85765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 algn="r">
              <a:defRPr sz="1125" b="0">
                <a:solidFill>
                  <a:srgbClr val="85765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 algn="r">
              <a:defRPr sz="1125" b="0">
                <a:solidFill>
                  <a:srgbClr val="85765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125" b="0">
                <a:solidFill>
                  <a:srgbClr val="85765C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01 / 12</a:t>
            </a:r>
            <a:endParaRPr sz="1125" b="0">
              <a:solidFill>
                <a:srgbClr val="85765C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" y="1057275"/>
            <a:ext cx="819150" cy="819150"/>
          </a:xfrm>
          <a:prstGeom prst="rect">
            <a:avLst/>
          </a:prstGeom>
        </p:spPr>
      </p:pic>
      <p:sp>
        <p:nvSpPr>
          <p:cNvPr id="8" name="text-7"/>
          <p:cNvSpPr>
            <a:spLocks noGrp="1"/>
          </p:cNvSpPr>
          <p:nvPr/>
        </p:nvSpPr>
        <p:spPr>
          <a:xfrm>
            <a:off x="1666875" y="1323975"/>
            <a:ext cx="61912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defPPr>
            <a:lvl1pPr algn="l">
              <a:defRPr sz="1725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1pPr>
            <a:lvl2pPr algn="l">
              <a:defRPr sz="1725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2pPr>
            <a:lvl3pPr algn="l">
              <a:defRPr sz="1725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3pPr>
            <a:lvl4pPr algn="l">
              <a:defRPr sz="1725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4pPr>
            <a:lvl5pPr algn="l">
              <a:defRPr sz="1725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5pPr>
            <a:lvl6pPr algn="l">
              <a:defRPr sz="1725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6pPr>
            <a:lvl7pPr algn="l">
              <a:defRPr sz="1725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7pPr>
            <a:lvl8pPr algn="l">
              <a:defRPr sz="1725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8pPr>
            <a:lvl9pPr algn="l">
              <a:defRPr sz="1725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9pPr>
          </a:lstStyle>
          <a:p>
            <a:pPr algn="l">
              <a:defRPr sz="1725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pPr>
            <a:r>
              <a:rPr sz="1725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rPr>
              <a:t>校人事〔2026〕017 号</a:t>
            </a:r>
            <a:endParaRPr sz="1725" b="0">
              <a:solidFill>
                <a:srgbClr val="85765C"/>
              </a:solidFill>
              <a:latin typeface="Heiti TC" panose="02000000000000000000" charset="-122"/>
              <a:ea typeface="Heiti TC" panose="02000000000000000000" charset="-122"/>
              <a:cs typeface="Heiti TC" panose="02000000000000000000" charset="-122"/>
            </a:endParaRPr>
          </a:p>
        </p:txBody>
      </p:sp>
      <p:sp>
        <p:nvSpPr>
          <p:cNvPr id="9" name="cover-title"/>
          <p:cNvSpPr>
            <a:spLocks noGrp="1"/>
          </p:cNvSpPr>
          <p:nvPr/>
        </p:nvSpPr>
        <p:spPr>
          <a:xfrm>
            <a:off x="609600" y="2247900"/>
            <a:ext cx="7239000" cy="1143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6150" b="1">
                <a:solidFill>
                  <a:srgbClr val="B02A1F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defRPr>
            </a:defPPr>
            <a:lvl1pPr algn="l">
              <a:defRPr sz="6150" b="1">
                <a:solidFill>
                  <a:srgbClr val="B02A1F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defRPr>
            </a:lvl1pPr>
            <a:lvl2pPr algn="l">
              <a:defRPr sz="6150" b="1">
                <a:solidFill>
                  <a:srgbClr val="B02A1F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defRPr>
            </a:lvl2pPr>
            <a:lvl3pPr algn="l">
              <a:defRPr sz="6150" b="1">
                <a:solidFill>
                  <a:srgbClr val="B02A1F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defRPr>
            </a:lvl3pPr>
            <a:lvl4pPr algn="l">
              <a:defRPr sz="6150" b="1">
                <a:solidFill>
                  <a:srgbClr val="B02A1F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defRPr>
            </a:lvl4pPr>
            <a:lvl5pPr algn="l">
              <a:defRPr sz="6150" b="1">
                <a:solidFill>
                  <a:srgbClr val="B02A1F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defRPr>
            </a:lvl5pPr>
            <a:lvl6pPr algn="l">
              <a:defRPr sz="6150" b="1">
                <a:solidFill>
                  <a:srgbClr val="B02A1F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defRPr>
            </a:lvl6pPr>
            <a:lvl7pPr algn="l">
              <a:defRPr sz="6150" b="1">
                <a:solidFill>
                  <a:srgbClr val="B02A1F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defRPr>
            </a:lvl7pPr>
            <a:lvl8pPr algn="l">
              <a:defRPr sz="6150" b="1">
                <a:solidFill>
                  <a:srgbClr val="B02A1F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defRPr>
            </a:lvl8pPr>
            <a:lvl9pPr algn="l">
              <a:defRPr sz="6150" b="1">
                <a:solidFill>
                  <a:srgbClr val="B02A1F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defRPr>
            </a:lvl9pPr>
          </a:lstStyle>
          <a:p>
            <a:pPr algn="l">
              <a:defRPr sz="6150" b="1">
                <a:solidFill>
                  <a:srgbClr val="B02A1F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defRPr>
            </a:pPr>
            <a:r>
              <a:rPr sz="6150" b="1">
                <a:solidFill>
                  <a:srgbClr val="B02A1F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rPr>
              <a:t>Offer 大作战</a:t>
            </a:r>
            <a:endParaRPr sz="6150" b="1">
              <a:solidFill>
                <a:srgbClr val="B02A1F"/>
              </a:solidFill>
              <a:latin typeface="Songti SC" panose="02010800040101010101" charset="-122"/>
              <a:ea typeface="Songti SC" panose="02010800040101010101" charset="-122"/>
              <a:cs typeface="Songti SC" panose="02010800040101010101" charset="-122"/>
            </a:endParaRPr>
          </a:p>
        </p:txBody>
      </p:sp>
      <p:sp>
        <p:nvSpPr>
          <p:cNvPr id="10" name="text-8"/>
          <p:cNvSpPr>
            <a:spLocks noGrp="1"/>
          </p:cNvSpPr>
          <p:nvPr/>
        </p:nvSpPr>
        <p:spPr>
          <a:xfrm>
            <a:off x="638175" y="3524250"/>
            <a:ext cx="68580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75" b="0">
                <a:solidFill>
                  <a:srgbClr val="2B2B2B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defRPr>
            </a:defPPr>
            <a:lvl1pPr algn="l">
              <a:defRPr sz="2475" b="0">
                <a:solidFill>
                  <a:srgbClr val="2B2B2B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defRPr>
            </a:lvl1pPr>
            <a:lvl2pPr algn="l">
              <a:defRPr sz="2475" b="0">
                <a:solidFill>
                  <a:srgbClr val="2B2B2B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defRPr>
            </a:lvl2pPr>
            <a:lvl3pPr algn="l">
              <a:defRPr sz="2475" b="0">
                <a:solidFill>
                  <a:srgbClr val="2B2B2B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defRPr>
            </a:lvl3pPr>
            <a:lvl4pPr algn="l">
              <a:defRPr sz="2475" b="0">
                <a:solidFill>
                  <a:srgbClr val="2B2B2B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defRPr>
            </a:lvl4pPr>
            <a:lvl5pPr algn="l">
              <a:defRPr sz="2475" b="0">
                <a:solidFill>
                  <a:srgbClr val="2B2B2B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defRPr>
            </a:lvl5pPr>
            <a:lvl6pPr algn="l">
              <a:defRPr sz="2475" b="0">
                <a:solidFill>
                  <a:srgbClr val="2B2B2B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defRPr>
            </a:lvl6pPr>
            <a:lvl7pPr algn="l">
              <a:defRPr sz="2475" b="0">
                <a:solidFill>
                  <a:srgbClr val="2B2B2B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defRPr>
            </a:lvl7pPr>
            <a:lvl8pPr algn="l">
              <a:defRPr sz="2475" b="0">
                <a:solidFill>
                  <a:srgbClr val="2B2B2B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defRPr>
            </a:lvl8pPr>
            <a:lvl9pPr algn="l">
              <a:defRPr sz="2475" b="0">
                <a:solidFill>
                  <a:srgbClr val="2B2B2B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defRPr>
            </a:lvl9pPr>
          </a:lstStyle>
          <a:p>
            <a:pPr algn="l">
              <a:defRPr sz="2475" b="0">
                <a:solidFill>
                  <a:srgbClr val="2B2B2B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defRPr>
            </a:pPr>
            <a:r>
              <a:rPr sz="2475" b="0">
                <a:solidFill>
                  <a:srgbClr val="2B2B2B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rPr>
              <a:t>一场会接梗的校园娱乐面试</a:t>
            </a:r>
            <a:endParaRPr sz="2475" b="0">
              <a:solidFill>
                <a:srgbClr val="2B2B2B"/>
              </a:solidFill>
              <a:latin typeface="Songti SC" panose="02010800040101010101" charset="-122"/>
              <a:ea typeface="Songti SC" panose="02010800040101010101" charset="-122"/>
              <a:cs typeface="Songti SC" panose="02010800040101010101" charset="-122"/>
            </a:endParaRPr>
          </a:p>
        </p:txBody>
      </p:sp>
      <p:sp>
        <p:nvSpPr>
          <p:cNvPr id="11" name="text-9"/>
          <p:cNvSpPr>
            <a:spLocks noGrp="1"/>
          </p:cNvSpPr>
          <p:nvPr/>
        </p:nvSpPr>
        <p:spPr>
          <a:xfrm>
            <a:off x="638175" y="4857750"/>
            <a:ext cx="66675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2B2B2B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defPPr>
            <a:lvl1pPr algn="l">
              <a:defRPr sz="2025" b="1">
                <a:solidFill>
                  <a:srgbClr val="2B2B2B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1pPr>
            <a:lvl2pPr algn="l">
              <a:defRPr sz="2025" b="1">
                <a:solidFill>
                  <a:srgbClr val="2B2B2B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2pPr>
            <a:lvl3pPr algn="l">
              <a:defRPr sz="2025" b="1">
                <a:solidFill>
                  <a:srgbClr val="2B2B2B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3pPr>
            <a:lvl4pPr algn="l">
              <a:defRPr sz="2025" b="1">
                <a:solidFill>
                  <a:srgbClr val="2B2B2B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4pPr>
            <a:lvl5pPr algn="l">
              <a:defRPr sz="2025" b="1">
                <a:solidFill>
                  <a:srgbClr val="2B2B2B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5pPr>
            <a:lvl6pPr algn="l">
              <a:defRPr sz="2025" b="1">
                <a:solidFill>
                  <a:srgbClr val="2B2B2B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6pPr>
            <a:lvl7pPr algn="l">
              <a:defRPr sz="2025" b="1">
                <a:solidFill>
                  <a:srgbClr val="2B2B2B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7pPr>
            <a:lvl8pPr algn="l">
              <a:defRPr sz="2025" b="1">
                <a:solidFill>
                  <a:srgbClr val="2B2B2B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8pPr>
            <a:lvl9pPr algn="l">
              <a:defRPr sz="2025" b="1">
                <a:solidFill>
                  <a:srgbClr val="2B2B2B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9pPr>
          </a:lstStyle>
          <a:p>
            <a:pPr algn="l">
              <a:defRPr sz="2025" b="1">
                <a:solidFill>
                  <a:srgbClr val="2B2B2B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pPr>
            <a:r>
              <a:rPr sz="2025" b="1">
                <a:solidFill>
                  <a:srgbClr val="2B2B2B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rPr>
              <a:t>有请下一队 · 黄淮学院</a:t>
            </a:r>
            <a:endParaRPr sz="2025" b="1">
              <a:solidFill>
                <a:srgbClr val="2B2B2B"/>
              </a:solidFill>
              <a:latin typeface="Heiti TC" panose="02000000000000000000" charset="-122"/>
              <a:ea typeface="Heiti TC" panose="02000000000000000000" charset="-122"/>
              <a:cs typeface="Heiti TC" panose="02000000000000000000" charset="-122"/>
            </a:endParaRPr>
          </a:p>
        </p:txBody>
      </p:sp>
      <p:sp>
        <p:nvSpPr>
          <p:cNvPr id="12" name="text-10"/>
          <p:cNvSpPr>
            <a:spLocks noGrp="1"/>
          </p:cNvSpPr>
          <p:nvPr/>
        </p:nvSpPr>
        <p:spPr>
          <a:xfrm>
            <a:off x="638175" y="5353050"/>
            <a:ext cx="66675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defPPr>
            <a:lvl1pPr algn="l">
              <a:defRPr sz="1875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1pPr>
            <a:lvl2pPr algn="l">
              <a:defRPr sz="1875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2pPr>
            <a:lvl3pPr algn="l">
              <a:defRPr sz="1875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3pPr>
            <a:lvl4pPr algn="l">
              <a:defRPr sz="1875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4pPr>
            <a:lvl5pPr algn="l">
              <a:defRPr sz="1875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5pPr>
            <a:lvl6pPr algn="l">
              <a:defRPr sz="1875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6pPr>
            <a:lvl7pPr algn="l">
              <a:defRPr sz="1875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7pPr>
            <a:lvl8pPr algn="l">
              <a:defRPr sz="1875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8pPr>
            <a:lvl9pPr algn="l">
              <a:defRPr sz="1875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9pPr>
          </a:lstStyle>
          <a:p>
            <a:pPr algn="l">
              <a:defRPr sz="1875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pPr>
            <a:r>
              <a:rPr sz="1875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rPr>
              <a:t>白湛文  /  白龙飞  /  冯子鑫</a:t>
            </a:r>
            <a:endParaRPr sz="1875" b="0">
              <a:solidFill>
                <a:srgbClr val="85765C"/>
              </a:solidFill>
              <a:latin typeface="Heiti TC" panose="02000000000000000000" charset="-122"/>
              <a:ea typeface="Heiti TC" panose="02000000000000000000" charset="-122"/>
              <a:cs typeface="Heiti TC" panose="02000000000000000000" charset="-122"/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0500" y="1957388"/>
            <a:ext cx="3810000" cy="3810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EFD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8" name="text-11"/>
          <p:cNvSpPr>
            <a:spLocks noGrp="1"/>
          </p:cNvSpPr>
          <p:nvPr/>
        </p:nvSpPr>
        <p:spPr>
          <a:xfrm>
            <a:off x="609600" y="285750"/>
            <a:ext cx="63817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200" b="0">
                <a:solidFill>
                  <a:srgbClr val="B02A1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 algn="l">
              <a:defRPr sz="1200" b="0">
                <a:solidFill>
                  <a:srgbClr val="B02A1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 algn="l">
              <a:defRPr sz="1200" b="0">
                <a:solidFill>
                  <a:srgbClr val="B02A1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 algn="l">
              <a:defRPr sz="1200" b="0">
                <a:solidFill>
                  <a:srgbClr val="B02A1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 algn="l">
              <a:defRPr sz="1200" b="0">
                <a:solidFill>
                  <a:srgbClr val="B02A1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 algn="l">
              <a:defRPr sz="1200" b="0">
                <a:solidFill>
                  <a:srgbClr val="B02A1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 algn="l">
              <a:defRPr sz="1200" b="0">
                <a:solidFill>
                  <a:srgbClr val="B02A1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 algn="l">
              <a:defRPr sz="1200" b="0">
                <a:solidFill>
                  <a:srgbClr val="B02A1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 algn="l">
              <a:defRPr sz="1200" b="0">
                <a:solidFill>
                  <a:srgbClr val="B02A1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 algn="l">
              <a:defRPr sz="1200" b="0">
                <a:solidFill>
                  <a:srgbClr val="B02A1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 algn="l">
              <a:defRPr sz="1200" b="0">
                <a:solidFill>
                  <a:srgbClr val="B02A1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00" b="0">
                <a:solidFill>
                  <a:srgbClr val="B02A1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OFFER 大作战 · 校园人事部</a:t>
            </a:r>
            <a:endParaRPr sz="1200" b="0">
              <a:solidFill>
                <a:srgbClr val="B02A1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" name="text-12"/>
          <p:cNvSpPr>
            <a:spLocks noGrp="1"/>
          </p:cNvSpPr>
          <p:nvPr/>
        </p:nvSpPr>
        <p:spPr>
          <a:xfrm>
            <a:off x="9144000" y="285750"/>
            <a:ext cx="24384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20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defPPr>
            <a:lvl1pPr algn="r">
              <a:defRPr sz="120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1pPr>
            <a:lvl2pPr algn="r">
              <a:defRPr sz="120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2pPr>
            <a:lvl3pPr algn="r">
              <a:defRPr sz="120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3pPr>
            <a:lvl4pPr algn="r">
              <a:defRPr sz="120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4pPr>
            <a:lvl5pPr algn="r">
              <a:defRPr sz="120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5pPr>
            <a:lvl6pPr algn="r">
              <a:defRPr sz="120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6pPr>
            <a:lvl7pPr algn="r">
              <a:defRPr sz="120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7pPr>
            <a:lvl8pPr algn="r">
              <a:defRPr sz="120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8pPr>
            <a:lvl9pPr algn="r">
              <a:defRPr sz="120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9pPr>
          </a:lstStyle>
          <a:p>
            <a:pPr algn="r">
              <a:defRPr sz="120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pPr>
            <a:r>
              <a:rPr sz="120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rPr>
              <a:t>项目定位</a:t>
            </a:r>
            <a:endParaRPr sz="1200" b="0">
              <a:solidFill>
                <a:srgbClr val="85765C"/>
              </a:solidFill>
              <a:latin typeface="Heiti TC" panose="02000000000000000000" charset="-122"/>
              <a:ea typeface="Heiti TC" panose="02000000000000000000" charset="-122"/>
              <a:cs typeface="Heiti TC" panose="02000000000000000000" charset="-122"/>
            </a:endParaRPr>
          </a:p>
        </p:txBody>
      </p:sp>
      <p:sp>
        <p:nvSpPr>
          <p:cNvPr id="3" name="rule-13"/>
          <p:cNvSpPr>
            <a:spLocks noGrp="1"/>
          </p:cNvSpPr>
          <p:nvPr/>
        </p:nvSpPr>
        <p:spPr>
          <a:xfrm>
            <a:off x="609600" y="723900"/>
            <a:ext cx="10972800" cy="0"/>
          </a:xfrm>
          <a:prstGeom prst="line">
            <a:avLst/>
          </a:prstGeom>
          <a:noFill/>
          <a:ln w="14288">
            <a:solidFill>
              <a:srgbClr val="2B2B2B"/>
            </a:solidFill>
            <a:prstDash val="solid"/>
          </a:ln>
        </p:spPr>
      </p:sp>
      <p:sp>
        <p:nvSpPr>
          <p:cNvPr id="4" name="slide-2-title"/>
          <p:cNvSpPr>
            <a:spLocks noGrp="1"/>
          </p:cNvSpPr>
          <p:nvPr/>
        </p:nvSpPr>
        <p:spPr>
          <a:xfrm>
            <a:off x="609600" y="1000125"/>
            <a:ext cx="109728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300" b="1">
                <a:solidFill>
                  <a:srgbClr val="2B2B2B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defRPr>
            </a:defPPr>
            <a:lvl1pPr algn="l">
              <a:defRPr sz="3300" b="1">
                <a:solidFill>
                  <a:srgbClr val="2B2B2B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defRPr>
            </a:lvl1pPr>
            <a:lvl2pPr algn="l">
              <a:defRPr sz="3300" b="1">
                <a:solidFill>
                  <a:srgbClr val="2B2B2B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defRPr>
            </a:lvl2pPr>
            <a:lvl3pPr algn="l">
              <a:defRPr sz="3300" b="1">
                <a:solidFill>
                  <a:srgbClr val="2B2B2B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defRPr>
            </a:lvl3pPr>
            <a:lvl4pPr algn="l">
              <a:defRPr sz="3300" b="1">
                <a:solidFill>
                  <a:srgbClr val="2B2B2B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defRPr>
            </a:lvl4pPr>
            <a:lvl5pPr algn="l">
              <a:defRPr sz="3300" b="1">
                <a:solidFill>
                  <a:srgbClr val="2B2B2B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defRPr>
            </a:lvl5pPr>
            <a:lvl6pPr algn="l">
              <a:defRPr sz="3300" b="1">
                <a:solidFill>
                  <a:srgbClr val="2B2B2B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defRPr>
            </a:lvl6pPr>
            <a:lvl7pPr algn="l">
              <a:defRPr sz="3300" b="1">
                <a:solidFill>
                  <a:srgbClr val="2B2B2B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defRPr>
            </a:lvl7pPr>
            <a:lvl8pPr algn="l">
              <a:defRPr sz="3300" b="1">
                <a:solidFill>
                  <a:srgbClr val="2B2B2B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defRPr>
            </a:lvl8pPr>
            <a:lvl9pPr algn="l">
              <a:defRPr sz="3300" b="1">
                <a:solidFill>
                  <a:srgbClr val="2B2B2B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defRPr>
            </a:lvl9pPr>
          </a:lstStyle>
          <a:p>
            <a:pPr algn="l">
              <a:defRPr sz="3300" b="1">
                <a:solidFill>
                  <a:srgbClr val="2B2B2B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defRPr>
            </a:pPr>
            <a:r>
              <a:rPr sz="3300" b="1">
                <a:solidFill>
                  <a:srgbClr val="2B2B2B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rPr>
              <a:t>让校园梗成为一场可以参与的面试</a:t>
            </a:r>
            <a:endParaRPr sz="3300" b="1">
              <a:solidFill>
                <a:srgbClr val="2B2B2B"/>
              </a:solidFill>
              <a:latin typeface="Songti SC" panose="02010800040101010101" charset="-122"/>
              <a:ea typeface="Songti SC" panose="02010800040101010101" charset="-122"/>
              <a:cs typeface="Songti SC" panose="02010800040101010101" charset="-122"/>
            </a:endParaRPr>
          </a:p>
        </p:txBody>
      </p:sp>
      <p:sp>
        <p:nvSpPr>
          <p:cNvPr id="5" name="rule-14"/>
          <p:cNvSpPr>
            <a:spLocks noGrp="1"/>
          </p:cNvSpPr>
          <p:nvPr/>
        </p:nvSpPr>
        <p:spPr>
          <a:xfrm>
            <a:off x="609600" y="6372225"/>
            <a:ext cx="10972800" cy="0"/>
          </a:xfrm>
          <a:prstGeom prst="line">
            <a:avLst/>
          </a:prstGeom>
          <a:noFill/>
          <a:ln w="9525">
            <a:solidFill>
              <a:srgbClr val="D7CBB3"/>
            </a:solidFill>
            <a:prstDash val="solid"/>
          </a:ln>
        </p:spPr>
      </p:sp>
      <p:sp>
        <p:nvSpPr>
          <p:cNvPr id="6" name="text-15"/>
          <p:cNvSpPr>
            <a:spLocks noGrp="1"/>
          </p:cNvSpPr>
          <p:nvPr/>
        </p:nvSpPr>
        <p:spPr>
          <a:xfrm>
            <a:off x="609600" y="6496050"/>
            <a:ext cx="71437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defPPr>
            <a:lvl1pPr algn="l">
              <a:defRPr sz="1125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1pPr>
            <a:lvl2pPr algn="l">
              <a:defRPr sz="1125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2pPr>
            <a:lvl3pPr algn="l">
              <a:defRPr sz="1125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3pPr>
            <a:lvl4pPr algn="l">
              <a:defRPr sz="1125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4pPr>
            <a:lvl5pPr algn="l">
              <a:defRPr sz="1125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5pPr>
            <a:lvl6pPr algn="l">
              <a:defRPr sz="1125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6pPr>
            <a:lvl7pPr algn="l">
              <a:defRPr sz="1125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7pPr>
            <a:lvl8pPr algn="l">
              <a:defRPr sz="1125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8pPr>
            <a:lvl9pPr algn="l">
              <a:defRPr sz="1125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9pPr>
          </a:lstStyle>
          <a:p>
            <a:pPr algn="l">
              <a:defRPr sz="1125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pPr>
            <a:r>
              <a:rPr sz="1125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rPr>
              <a:t>有请下一队  /  黄淮学院</a:t>
            </a:r>
            <a:endParaRPr sz="1125" b="0">
              <a:solidFill>
                <a:srgbClr val="85765C"/>
              </a:solidFill>
              <a:latin typeface="Heiti TC" panose="02000000000000000000" charset="-122"/>
              <a:ea typeface="Heiti TC" panose="02000000000000000000" charset="-122"/>
              <a:cs typeface="Heiti TC" panose="02000000000000000000" charset="-122"/>
            </a:endParaRPr>
          </a:p>
        </p:txBody>
      </p:sp>
      <p:sp>
        <p:nvSpPr>
          <p:cNvPr id="7" name="text-16"/>
          <p:cNvSpPr>
            <a:spLocks noGrp="1"/>
          </p:cNvSpPr>
          <p:nvPr/>
        </p:nvSpPr>
        <p:spPr>
          <a:xfrm>
            <a:off x="10334625" y="6496050"/>
            <a:ext cx="1238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125" b="0">
                <a:solidFill>
                  <a:srgbClr val="85765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 algn="r">
              <a:defRPr sz="1125" b="0">
                <a:solidFill>
                  <a:srgbClr val="85765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 algn="r">
              <a:defRPr sz="1125" b="0">
                <a:solidFill>
                  <a:srgbClr val="85765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 algn="r">
              <a:defRPr sz="1125" b="0">
                <a:solidFill>
                  <a:srgbClr val="85765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 algn="r">
              <a:defRPr sz="1125" b="0">
                <a:solidFill>
                  <a:srgbClr val="85765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 algn="r">
              <a:defRPr sz="1125" b="0">
                <a:solidFill>
                  <a:srgbClr val="85765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 algn="r">
              <a:defRPr sz="1125" b="0">
                <a:solidFill>
                  <a:srgbClr val="85765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 algn="r">
              <a:defRPr sz="1125" b="0">
                <a:solidFill>
                  <a:srgbClr val="85765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 algn="r">
              <a:defRPr sz="1125" b="0">
                <a:solidFill>
                  <a:srgbClr val="85765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 algn="r">
              <a:defRPr sz="1125" b="0">
                <a:solidFill>
                  <a:srgbClr val="85765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 algn="r">
              <a:defRPr sz="1125" b="0">
                <a:solidFill>
                  <a:srgbClr val="85765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125" b="0">
                <a:solidFill>
                  <a:srgbClr val="85765C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02 / 12</a:t>
            </a:r>
            <a:endParaRPr sz="1125" b="0">
              <a:solidFill>
                <a:srgbClr val="85765C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8" name="text-17"/>
          <p:cNvSpPr>
            <a:spLocks noGrp="1"/>
          </p:cNvSpPr>
          <p:nvPr/>
        </p:nvSpPr>
        <p:spPr>
          <a:xfrm>
            <a:off x="609600" y="2085975"/>
            <a:ext cx="70485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450" b="1">
                <a:solidFill>
                  <a:srgbClr val="B02A1F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defRPr>
            </a:defPPr>
            <a:lvl1pPr algn="l">
              <a:defRPr sz="3450" b="1">
                <a:solidFill>
                  <a:srgbClr val="B02A1F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defRPr>
            </a:lvl1pPr>
            <a:lvl2pPr algn="l">
              <a:defRPr sz="3450" b="1">
                <a:solidFill>
                  <a:srgbClr val="B02A1F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defRPr>
            </a:lvl2pPr>
            <a:lvl3pPr algn="l">
              <a:defRPr sz="3450" b="1">
                <a:solidFill>
                  <a:srgbClr val="B02A1F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defRPr>
            </a:lvl3pPr>
            <a:lvl4pPr algn="l">
              <a:defRPr sz="3450" b="1">
                <a:solidFill>
                  <a:srgbClr val="B02A1F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defRPr>
            </a:lvl4pPr>
            <a:lvl5pPr algn="l">
              <a:defRPr sz="3450" b="1">
                <a:solidFill>
                  <a:srgbClr val="B02A1F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defRPr>
            </a:lvl5pPr>
            <a:lvl6pPr algn="l">
              <a:defRPr sz="3450" b="1">
                <a:solidFill>
                  <a:srgbClr val="B02A1F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defRPr>
            </a:lvl6pPr>
            <a:lvl7pPr algn="l">
              <a:defRPr sz="3450" b="1">
                <a:solidFill>
                  <a:srgbClr val="B02A1F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defRPr>
            </a:lvl7pPr>
            <a:lvl8pPr algn="l">
              <a:defRPr sz="3450" b="1">
                <a:solidFill>
                  <a:srgbClr val="B02A1F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defRPr>
            </a:lvl8pPr>
            <a:lvl9pPr algn="l">
              <a:defRPr sz="3450" b="1">
                <a:solidFill>
                  <a:srgbClr val="B02A1F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defRPr>
            </a:lvl9pPr>
          </a:lstStyle>
          <a:p>
            <a:pPr algn="l">
              <a:defRPr sz="3450" b="1">
                <a:solidFill>
                  <a:srgbClr val="B02A1F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defRPr>
            </a:pPr>
            <a:r>
              <a:rPr sz="3450" b="1">
                <a:solidFill>
                  <a:srgbClr val="B02A1F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rPr>
              <a:t>轻松开口，有梗可接</a:t>
            </a:r>
            <a:endParaRPr sz="3450" b="1">
              <a:solidFill>
                <a:srgbClr val="B02A1F"/>
              </a:solidFill>
              <a:latin typeface="Songti SC" panose="02010800040101010101" charset="-122"/>
              <a:ea typeface="Songti SC" panose="02010800040101010101" charset="-122"/>
              <a:cs typeface="Songti SC" panose="02010800040101010101" charset="-122"/>
            </a:endParaRPr>
          </a:p>
        </p:txBody>
      </p:sp>
      <p:sp>
        <p:nvSpPr>
          <p:cNvPr id="9" name="text-18"/>
          <p:cNvSpPr>
            <a:spLocks noGrp="1"/>
          </p:cNvSpPr>
          <p:nvPr/>
        </p:nvSpPr>
        <p:spPr>
          <a:xfrm>
            <a:off x="628650" y="2924175"/>
            <a:ext cx="6953250" cy="1066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0">
                <a:solidFill>
                  <a:srgbClr val="2B2B2B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defPPr>
            <a:lvl1pPr algn="l">
              <a:defRPr sz="2250" b="0">
                <a:solidFill>
                  <a:srgbClr val="2B2B2B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1pPr>
            <a:lvl2pPr algn="l">
              <a:defRPr sz="2250" b="0">
                <a:solidFill>
                  <a:srgbClr val="2B2B2B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2pPr>
            <a:lvl3pPr algn="l">
              <a:defRPr sz="2250" b="0">
                <a:solidFill>
                  <a:srgbClr val="2B2B2B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3pPr>
            <a:lvl4pPr algn="l">
              <a:defRPr sz="2250" b="0">
                <a:solidFill>
                  <a:srgbClr val="2B2B2B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4pPr>
            <a:lvl5pPr algn="l">
              <a:defRPr sz="2250" b="0">
                <a:solidFill>
                  <a:srgbClr val="2B2B2B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5pPr>
            <a:lvl6pPr algn="l">
              <a:defRPr sz="2250" b="0">
                <a:solidFill>
                  <a:srgbClr val="2B2B2B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6pPr>
            <a:lvl7pPr algn="l">
              <a:defRPr sz="2250" b="0">
                <a:solidFill>
                  <a:srgbClr val="2B2B2B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7pPr>
            <a:lvl8pPr algn="l">
              <a:defRPr sz="2250" b="0">
                <a:solidFill>
                  <a:srgbClr val="2B2B2B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8pPr>
            <a:lvl9pPr algn="l">
              <a:defRPr sz="2250" b="0">
                <a:solidFill>
                  <a:srgbClr val="2B2B2B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9pPr>
          </a:lstStyle>
          <a:p>
            <a:pPr algn="l">
              <a:defRPr sz="2250" b="0">
                <a:solidFill>
                  <a:srgbClr val="2B2B2B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pPr>
            <a:r>
              <a:rPr sz="2250" b="0">
                <a:solidFill>
                  <a:srgbClr val="2B2B2B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rPr>
              <a:t>围绕大学生活里的熟悉场景，</a:t>
            </a:r>
            <a:endParaRPr sz="2250" b="0">
              <a:solidFill>
                <a:srgbClr val="2B2B2B"/>
              </a:solidFill>
              <a:latin typeface="Heiti TC" panose="02000000000000000000" charset="-122"/>
              <a:ea typeface="Heiti TC" panose="02000000000000000000" charset="-122"/>
              <a:cs typeface="Heiti TC" panose="02000000000000000000" charset="-122"/>
            </a:endParaRPr>
          </a:p>
          <a:p>
            <a:pPr algn="l">
              <a:defRPr sz="2250" b="0">
                <a:solidFill>
                  <a:srgbClr val="2B2B2B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pPr>
            <a:r>
              <a:rPr sz="2250" b="0">
                <a:solidFill>
                  <a:srgbClr val="2B2B2B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rPr>
              <a:t>把岗位、人设和回答串成一次短体验。</a:t>
            </a:r>
            <a:endParaRPr sz="2250" b="0">
              <a:solidFill>
                <a:srgbClr val="2B2B2B"/>
              </a:solidFill>
              <a:latin typeface="Heiti TC" panose="02000000000000000000" charset="-122"/>
              <a:ea typeface="Heiti TC" panose="02000000000000000000" charset="-122"/>
              <a:cs typeface="Heiti TC" panose="02000000000000000000" charset="-122"/>
            </a:endParaRPr>
          </a:p>
        </p:txBody>
      </p:sp>
      <p:sp>
        <p:nvSpPr>
          <p:cNvPr id="10" name="text-19"/>
          <p:cNvSpPr>
            <a:spLocks noGrp="1"/>
          </p:cNvSpPr>
          <p:nvPr/>
        </p:nvSpPr>
        <p:spPr>
          <a:xfrm>
            <a:off x="647700" y="4714875"/>
            <a:ext cx="1428750" cy="809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4950" b="1">
                <a:solidFill>
                  <a:srgbClr val="B02A1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 algn="l">
              <a:defRPr sz="4950" b="1">
                <a:solidFill>
                  <a:srgbClr val="B02A1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 algn="l">
              <a:defRPr sz="4950" b="1">
                <a:solidFill>
                  <a:srgbClr val="B02A1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 algn="l">
              <a:defRPr sz="4950" b="1">
                <a:solidFill>
                  <a:srgbClr val="B02A1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 algn="l">
              <a:defRPr sz="4950" b="1">
                <a:solidFill>
                  <a:srgbClr val="B02A1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 algn="l">
              <a:defRPr sz="4950" b="1">
                <a:solidFill>
                  <a:srgbClr val="B02A1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 algn="l">
              <a:defRPr sz="4950" b="1">
                <a:solidFill>
                  <a:srgbClr val="B02A1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 algn="l">
              <a:defRPr sz="4950" b="1">
                <a:solidFill>
                  <a:srgbClr val="B02A1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 algn="l">
              <a:defRPr sz="4950" b="1">
                <a:solidFill>
                  <a:srgbClr val="B02A1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 algn="l">
              <a:defRPr sz="4950" b="1">
                <a:solidFill>
                  <a:srgbClr val="B02A1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 algn="l">
              <a:defRPr sz="4950" b="1">
                <a:solidFill>
                  <a:srgbClr val="B02A1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4950" b="1">
                <a:solidFill>
                  <a:srgbClr val="B02A1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10</a:t>
            </a:r>
            <a:endParaRPr sz="4950" b="1">
              <a:solidFill>
                <a:srgbClr val="B02A1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1" name="text-20"/>
          <p:cNvSpPr>
            <a:spLocks noGrp="1"/>
          </p:cNvSpPr>
          <p:nvPr/>
        </p:nvSpPr>
        <p:spPr>
          <a:xfrm>
            <a:off x="647700" y="5562600"/>
            <a:ext cx="16192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2B2B2B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defPPr>
            <a:lvl1pPr algn="l">
              <a:defRPr sz="1875" b="0">
                <a:solidFill>
                  <a:srgbClr val="2B2B2B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1pPr>
            <a:lvl2pPr algn="l">
              <a:defRPr sz="1875" b="0">
                <a:solidFill>
                  <a:srgbClr val="2B2B2B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2pPr>
            <a:lvl3pPr algn="l">
              <a:defRPr sz="1875" b="0">
                <a:solidFill>
                  <a:srgbClr val="2B2B2B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3pPr>
            <a:lvl4pPr algn="l">
              <a:defRPr sz="1875" b="0">
                <a:solidFill>
                  <a:srgbClr val="2B2B2B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4pPr>
            <a:lvl5pPr algn="l">
              <a:defRPr sz="1875" b="0">
                <a:solidFill>
                  <a:srgbClr val="2B2B2B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5pPr>
            <a:lvl6pPr algn="l">
              <a:defRPr sz="1875" b="0">
                <a:solidFill>
                  <a:srgbClr val="2B2B2B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6pPr>
            <a:lvl7pPr algn="l">
              <a:defRPr sz="1875" b="0">
                <a:solidFill>
                  <a:srgbClr val="2B2B2B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7pPr>
            <a:lvl8pPr algn="l">
              <a:defRPr sz="1875" b="0">
                <a:solidFill>
                  <a:srgbClr val="2B2B2B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8pPr>
            <a:lvl9pPr algn="l">
              <a:defRPr sz="1875" b="0">
                <a:solidFill>
                  <a:srgbClr val="2B2B2B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9pPr>
          </a:lstStyle>
          <a:p>
            <a:pPr algn="l">
              <a:defRPr sz="1875" b="0">
                <a:solidFill>
                  <a:srgbClr val="2B2B2B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pPr>
            <a:r>
              <a:rPr sz="1875" b="0">
                <a:solidFill>
                  <a:srgbClr val="2B2B2B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rPr>
              <a:t>校园岗位</a:t>
            </a:r>
            <a:endParaRPr sz="1875" b="0">
              <a:solidFill>
                <a:srgbClr val="2B2B2B"/>
              </a:solidFill>
              <a:latin typeface="Heiti TC" panose="02000000000000000000" charset="-122"/>
              <a:ea typeface="Heiti TC" panose="02000000000000000000" charset="-122"/>
              <a:cs typeface="Heiti TC" panose="02000000000000000000" charset="-122"/>
            </a:endParaRPr>
          </a:p>
        </p:txBody>
      </p:sp>
      <p:sp>
        <p:nvSpPr>
          <p:cNvPr id="12" name="text-21"/>
          <p:cNvSpPr>
            <a:spLocks noGrp="1"/>
          </p:cNvSpPr>
          <p:nvPr/>
        </p:nvSpPr>
        <p:spPr>
          <a:xfrm>
            <a:off x="3009900" y="4714875"/>
            <a:ext cx="1143000" cy="809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4950" b="1">
                <a:solidFill>
                  <a:srgbClr val="B02A1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 algn="l">
              <a:defRPr sz="4950" b="1">
                <a:solidFill>
                  <a:srgbClr val="B02A1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 algn="l">
              <a:defRPr sz="4950" b="1">
                <a:solidFill>
                  <a:srgbClr val="B02A1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 algn="l">
              <a:defRPr sz="4950" b="1">
                <a:solidFill>
                  <a:srgbClr val="B02A1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 algn="l">
              <a:defRPr sz="4950" b="1">
                <a:solidFill>
                  <a:srgbClr val="B02A1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 algn="l">
              <a:defRPr sz="4950" b="1">
                <a:solidFill>
                  <a:srgbClr val="B02A1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 algn="l">
              <a:defRPr sz="4950" b="1">
                <a:solidFill>
                  <a:srgbClr val="B02A1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 algn="l">
              <a:defRPr sz="4950" b="1">
                <a:solidFill>
                  <a:srgbClr val="B02A1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 algn="l">
              <a:defRPr sz="4950" b="1">
                <a:solidFill>
                  <a:srgbClr val="B02A1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 algn="l">
              <a:defRPr sz="4950" b="1">
                <a:solidFill>
                  <a:srgbClr val="B02A1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 algn="l">
              <a:defRPr sz="4950" b="1">
                <a:solidFill>
                  <a:srgbClr val="B02A1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4950" b="1">
                <a:solidFill>
                  <a:srgbClr val="B02A1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5</a:t>
            </a:r>
            <a:endParaRPr sz="4950" b="1">
              <a:solidFill>
                <a:srgbClr val="B02A1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" name="text-22"/>
          <p:cNvSpPr>
            <a:spLocks noGrp="1"/>
          </p:cNvSpPr>
          <p:nvPr/>
        </p:nvSpPr>
        <p:spPr>
          <a:xfrm>
            <a:off x="3009900" y="5562600"/>
            <a:ext cx="20955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2B2B2B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defPPr>
            <a:lvl1pPr algn="l">
              <a:defRPr sz="1875" b="0">
                <a:solidFill>
                  <a:srgbClr val="2B2B2B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1pPr>
            <a:lvl2pPr algn="l">
              <a:defRPr sz="1875" b="0">
                <a:solidFill>
                  <a:srgbClr val="2B2B2B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2pPr>
            <a:lvl3pPr algn="l">
              <a:defRPr sz="1875" b="0">
                <a:solidFill>
                  <a:srgbClr val="2B2B2B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3pPr>
            <a:lvl4pPr algn="l">
              <a:defRPr sz="1875" b="0">
                <a:solidFill>
                  <a:srgbClr val="2B2B2B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4pPr>
            <a:lvl5pPr algn="l">
              <a:defRPr sz="1875" b="0">
                <a:solidFill>
                  <a:srgbClr val="2B2B2B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5pPr>
            <a:lvl6pPr algn="l">
              <a:defRPr sz="1875" b="0">
                <a:solidFill>
                  <a:srgbClr val="2B2B2B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6pPr>
            <a:lvl7pPr algn="l">
              <a:defRPr sz="1875" b="0">
                <a:solidFill>
                  <a:srgbClr val="2B2B2B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7pPr>
            <a:lvl8pPr algn="l">
              <a:defRPr sz="1875" b="0">
                <a:solidFill>
                  <a:srgbClr val="2B2B2B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8pPr>
            <a:lvl9pPr algn="l">
              <a:defRPr sz="1875" b="0">
                <a:solidFill>
                  <a:srgbClr val="2B2B2B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9pPr>
          </a:lstStyle>
          <a:p>
            <a:pPr algn="l">
              <a:defRPr sz="1875" b="0">
                <a:solidFill>
                  <a:srgbClr val="2B2B2B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pPr>
            <a:r>
              <a:rPr sz="1875" b="0">
                <a:solidFill>
                  <a:srgbClr val="2B2B2B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rPr>
              <a:t>个性面试官</a:t>
            </a:r>
            <a:endParaRPr sz="1875" b="0">
              <a:solidFill>
                <a:srgbClr val="2B2B2B"/>
              </a:solidFill>
              <a:latin typeface="Heiti TC" panose="02000000000000000000" charset="-122"/>
              <a:ea typeface="Heiti TC" panose="02000000000000000000" charset="-122"/>
              <a:cs typeface="Heiti TC" panose="02000000000000000000" charset="-122"/>
            </a:endParaRPr>
          </a:p>
        </p:txBody>
      </p:sp>
      <p:sp>
        <p:nvSpPr>
          <p:cNvPr id="14" name="text-23"/>
          <p:cNvSpPr>
            <a:spLocks noGrp="1"/>
          </p:cNvSpPr>
          <p:nvPr/>
        </p:nvSpPr>
        <p:spPr>
          <a:xfrm>
            <a:off x="5800725" y="4714875"/>
            <a:ext cx="1143000" cy="809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4950" b="1">
                <a:solidFill>
                  <a:srgbClr val="B02A1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 algn="l">
              <a:defRPr sz="4950" b="1">
                <a:solidFill>
                  <a:srgbClr val="B02A1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 algn="l">
              <a:defRPr sz="4950" b="1">
                <a:solidFill>
                  <a:srgbClr val="B02A1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 algn="l">
              <a:defRPr sz="4950" b="1">
                <a:solidFill>
                  <a:srgbClr val="B02A1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 algn="l">
              <a:defRPr sz="4950" b="1">
                <a:solidFill>
                  <a:srgbClr val="B02A1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 algn="l">
              <a:defRPr sz="4950" b="1">
                <a:solidFill>
                  <a:srgbClr val="B02A1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 algn="l">
              <a:defRPr sz="4950" b="1">
                <a:solidFill>
                  <a:srgbClr val="B02A1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 algn="l">
              <a:defRPr sz="4950" b="1">
                <a:solidFill>
                  <a:srgbClr val="B02A1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 algn="l">
              <a:defRPr sz="4950" b="1">
                <a:solidFill>
                  <a:srgbClr val="B02A1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 algn="l">
              <a:defRPr sz="4950" b="1">
                <a:solidFill>
                  <a:srgbClr val="B02A1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 algn="l">
              <a:defRPr sz="4950" b="1">
                <a:solidFill>
                  <a:srgbClr val="B02A1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4950" b="1">
                <a:solidFill>
                  <a:srgbClr val="B02A1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3</a:t>
            </a:r>
            <a:endParaRPr sz="4950" b="1">
              <a:solidFill>
                <a:srgbClr val="B02A1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" name="text-24"/>
          <p:cNvSpPr>
            <a:spLocks noGrp="1"/>
          </p:cNvSpPr>
          <p:nvPr/>
        </p:nvSpPr>
        <p:spPr>
          <a:xfrm>
            <a:off x="5800725" y="5562600"/>
            <a:ext cx="1905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2B2B2B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defPPr>
            <a:lvl1pPr algn="l">
              <a:defRPr sz="1875" b="0">
                <a:solidFill>
                  <a:srgbClr val="2B2B2B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1pPr>
            <a:lvl2pPr algn="l">
              <a:defRPr sz="1875" b="0">
                <a:solidFill>
                  <a:srgbClr val="2B2B2B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2pPr>
            <a:lvl3pPr algn="l">
              <a:defRPr sz="1875" b="0">
                <a:solidFill>
                  <a:srgbClr val="2B2B2B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3pPr>
            <a:lvl4pPr algn="l">
              <a:defRPr sz="1875" b="0">
                <a:solidFill>
                  <a:srgbClr val="2B2B2B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4pPr>
            <a:lvl5pPr algn="l">
              <a:defRPr sz="1875" b="0">
                <a:solidFill>
                  <a:srgbClr val="2B2B2B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5pPr>
            <a:lvl6pPr algn="l">
              <a:defRPr sz="1875" b="0">
                <a:solidFill>
                  <a:srgbClr val="2B2B2B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6pPr>
            <a:lvl7pPr algn="l">
              <a:defRPr sz="1875" b="0">
                <a:solidFill>
                  <a:srgbClr val="2B2B2B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7pPr>
            <a:lvl8pPr algn="l">
              <a:defRPr sz="1875" b="0">
                <a:solidFill>
                  <a:srgbClr val="2B2B2B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8pPr>
            <a:lvl9pPr algn="l">
              <a:defRPr sz="1875" b="0">
                <a:solidFill>
                  <a:srgbClr val="2B2B2B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9pPr>
          </a:lstStyle>
          <a:p>
            <a:pPr algn="l">
              <a:defRPr sz="1875" b="0">
                <a:solidFill>
                  <a:srgbClr val="2B2B2B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pPr>
            <a:r>
              <a:rPr sz="1875" b="0">
                <a:solidFill>
                  <a:srgbClr val="2B2B2B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rPr>
              <a:t>交互模式</a:t>
            </a:r>
            <a:endParaRPr sz="1875" b="0">
              <a:solidFill>
                <a:srgbClr val="2B2B2B"/>
              </a:solidFill>
              <a:latin typeface="Heiti TC" panose="02000000000000000000" charset="-122"/>
              <a:ea typeface="Heiti TC" panose="02000000000000000000" charset="-122"/>
              <a:cs typeface="Heiti TC" panose="02000000000000000000" charset="-122"/>
            </a:endParaRP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34375" y="2243138"/>
            <a:ext cx="2809875" cy="2809875"/>
          </a:xfrm>
          <a:prstGeom prst="rect">
            <a:avLst/>
          </a:prstGeom>
        </p:spPr>
      </p:pic>
      <p:sp>
        <p:nvSpPr>
          <p:cNvPr id="17" name="text-25"/>
          <p:cNvSpPr>
            <a:spLocks noGrp="1"/>
          </p:cNvSpPr>
          <p:nvPr/>
        </p:nvSpPr>
        <p:spPr>
          <a:xfrm>
            <a:off x="8134350" y="5448300"/>
            <a:ext cx="35242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65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defPPr>
            <a:lvl1pPr algn="ctr">
              <a:defRPr sz="165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1pPr>
            <a:lvl2pPr algn="ctr">
              <a:defRPr sz="165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2pPr>
            <a:lvl3pPr algn="ctr">
              <a:defRPr sz="165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3pPr>
            <a:lvl4pPr algn="ctr">
              <a:defRPr sz="165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4pPr>
            <a:lvl5pPr algn="ctr">
              <a:defRPr sz="165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5pPr>
            <a:lvl6pPr algn="ctr">
              <a:defRPr sz="165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6pPr>
            <a:lvl7pPr algn="ctr">
              <a:defRPr sz="165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7pPr>
            <a:lvl8pPr algn="ctr">
              <a:defRPr sz="165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8pPr>
            <a:lvl9pPr algn="ctr">
              <a:defRPr sz="165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9pPr>
          </a:lstStyle>
          <a:p>
            <a:pPr algn="ctr">
              <a:defRPr sz="165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pPr>
            <a:r>
              <a:rPr sz="165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rPr>
              <a:t>校园活动 · 朋友互动 · 现场体验</a:t>
            </a:r>
            <a:endParaRPr sz="1650" b="0">
              <a:solidFill>
                <a:srgbClr val="85765C"/>
              </a:solidFill>
              <a:latin typeface="Heiti TC" panose="02000000000000000000" charset="-122"/>
              <a:ea typeface="Heiti TC" panose="02000000000000000000" charset="-122"/>
              <a:cs typeface="Heiti TC" panose="02000000000000000000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EFD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7" name="text-26"/>
          <p:cNvSpPr>
            <a:spLocks noGrp="1"/>
          </p:cNvSpPr>
          <p:nvPr/>
        </p:nvSpPr>
        <p:spPr>
          <a:xfrm>
            <a:off x="609600" y="285750"/>
            <a:ext cx="63817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200" b="0">
                <a:solidFill>
                  <a:srgbClr val="B02A1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 algn="l">
              <a:defRPr sz="1200" b="0">
                <a:solidFill>
                  <a:srgbClr val="B02A1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 algn="l">
              <a:defRPr sz="1200" b="0">
                <a:solidFill>
                  <a:srgbClr val="B02A1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 algn="l">
              <a:defRPr sz="1200" b="0">
                <a:solidFill>
                  <a:srgbClr val="B02A1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 algn="l">
              <a:defRPr sz="1200" b="0">
                <a:solidFill>
                  <a:srgbClr val="B02A1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 algn="l">
              <a:defRPr sz="1200" b="0">
                <a:solidFill>
                  <a:srgbClr val="B02A1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 algn="l">
              <a:defRPr sz="1200" b="0">
                <a:solidFill>
                  <a:srgbClr val="B02A1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 algn="l">
              <a:defRPr sz="1200" b="0">
                <a:solidFill>
                  <a:srgbClr val="B02A1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 algn="l">
              <a:defRPr sz="1200" b="0">
                <a:solidFill>
                  <a:srgbClr val="B02A1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 algn="l">
              <a:defRPr sz="1200" b="0">
                <a:solidFill>
                  <a:srgbClr val="B02A1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 algn="l">
              <a:defRPr sz="1200" b="0">
                <a:solidFill>
                  <a:srgbClr val="B02A1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00" b="0">
                <a:solidFill>
                  <a:srgbClr val="B02A1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OFFER 大作战 · 校园人事部</a:t>
            </a:r>
            <a:endParaRPr sz="1200" b="0">
              <a:solidFill>
                <a:srgbClr val="B02A1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" name="text-27"/>
          <p:cNvSpPr>
            <a:spLocks noGrp="1"/>
          </p:cNvSpPr>
          <p:nvPr/>
        </p:nvSpPr>
        <p:spPr>
          <a:xfrm>
            <a:off x="9144000" y="285750"/>
            <a:ext cx="24384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20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defPPr>
            <a:lvl1pPr algn="r">
              <a:defRPr sz="120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1pPr>
            <a:lvl2pPr algn="r">
              <a:defRPr sz="120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2pPr>
            <a:lvl3pPr algn="r">
              <a:defRPr sz="120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3pPr>
            <a:lvl4pPr algn="r">
              <a:defRPr sz="120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4pPr>
            <a:lvl5pPr algn="r">
              <a:defRPr sz="120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5pPr>
            <a:lvl6pPr algn="r">
              <a:defRPr sz="120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6pPr>
            <a:lvl7pPr algn="r">
              <a:defRPr sz="120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7pPr>
            <a:lvl8pPr algn="r">
              <a:defRPr sz="120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8pPr>
            <a:lvl9pPr algn="r">
              <a:defRPr sz="120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9pPr>
          </a:lstStyle>
          <a:p>
            <a:pPr algn="r">
              <a:defRPr sz="120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pPr>
            <a:r>
              <a:rPr sz="120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rPr>
              <a:t>核心体验</a:t>
            </a:r>
            <a:endParaRPr sz="1200" b="0">
              <a:solidFill>
                <a:srgbClr val="85765C"/>
              </a:solidFill>
              <a:latin typeface="Heiti TC" panose="02000000000000000000" charset="-122"/>
              <a:ea typeface="Heiti TC" panose="02000000000000000000" charset="-122"/>
              <a:cs typeface="Heiti TC" panose="02000000000000000000" charset="-122"/>
            </a:endParaRPr>
          </a:p>
        </p:txBody>
      </p:sp>
      <p:sp>
        <p:nvSpPr>
          <p:cNvPr id="3" name="rule-28"/>
          <p:cNvSpPr>
            <a:spLocks noGrp="1"/>
          </p:cNvSpPr>
          <p:nvPr/>
        </p:nvSpPr>
        <p:spPr>
          <a:xfrm>
            <a:off x="609600" y="723900"/>
            <a:ext cx="10972800" cy="0"/>
          </a:xfrm>
          <a:prstGeom prst="line">
            <a:avLst/>
          </a:prstGeom>
          <a:noFill/>
          <a:ln w="14288">
            <a:solidFill>
              <a:srgbClr val="2B2B2B"/>
            </a:solidFill>
            <a:prstDash val="solid"/>
          </a:ln>
        </p:spPr>
      </p:sp>
      <p:sp>
        <p:nvSpPr>
          <p:cNvPr id="4" name="slide-3-title"/>
          <p:cNvSpPr>
            <a:spLocks noGrp="1"/>
          </p:cNvSpPr>
          <p:nvPr/>
        </p:nvSpPr>
        <p:spPr>
          <a:xfrm>
            <a:off x="609600" y="1000125"/>
            <a:ext cx="109728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300" b="1">
                <a:solidFill>
                  <a:srgbClr val="2B2B2B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defRPr>
            </a:defPPr>
            <a:lvl1pPr algn="l">
              <a:defRPr sz="3300" b="1">
                <a:solidFill>
                  <a:srgbClr val="2B2B2B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defRPr>
            </a:lvl1pPr>
            <a:lvl2pPr algn="l">
              <a:defRPr sz="3300" b="1">
                <a:solidFill>
                  <a:srgbClr val="2B2B2B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defRPr>
            </a:lvl2pPr>
            <a:lvl3pPr algn="l">
              <a:defRPr sz="3300" b="1">
                <a:solidFill>
                  <a:srgbClr val="2B2B2B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defRPr>
            </a:lvl3pPr>
            <a:lvl4pPr algn="l">
              <a:defRPr sz="3300" b="1">
                <a:solidFill>
                  <a:srgbClr val="2B2B2B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defRPr>
            </a:lvl4pPr>
            <a:lvl5pPr algn="l">
              <a:defRPr sz="3300" b="1">
                <a:solidFill>
                  <a:srgbClr val="2B2B2B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defRPr>
            </a:lvl5pPr>
            <a:lvl6pPr algn="l">
              <a:defRPr sz="3300" b="1">
                <a:solidFill>
                  <a:srgbClr val="2B2B2B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defRPr>
            </a:lvl6pPr>
            <a:lvl7pPr algn="l">
              <a:defRPr sz="3300" b="1">
                <a:solidFill>
                  <a:srgbClr val="2B2B2B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defRPr>
            </a:lvl7pPr>
            <a:lvl8pPr algn="l">
              <a:defRPr sz="3300" b="1">
                <a:solidFill>
                  <a:srgbClr val="2B2B2B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defRPr>
            </a:lvl8pPr>
            <a:lvl9pPr algn="l">
              <a:defRPr sz="3300" b="1">
                <a:solidFill>
                  <a:srgbClr val="2B2B2B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defRPr>
            </a:lvl9pPr>
          </a:lstStyle>
          <a:p>
            <a:pPr algn="l">
              <a:defRPr sz="3300" b="1">
                <a:solidFill>
                  <a:srgbClr val="2B2B2B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defRPr>
            </a:pPr>
            <a:r>
              <a:rPr sz="3300" b="1">
                <a:solidFill>
                  <a:srgbClr val="2B2B2B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rPr>
              <a:t>四题完成一局，结果可以带走</a:t>
            </a:r>
            <a:endParaRPr sz="3300" b="1">
              <a:solidFill>
                <a:srgbClr val="2B2B2B"/>
              </a:solidFill>
              <a:latin typeface="Songti SC" panose="02010800040101010101" charset="-122"/>
              <a:ea typeface="Songti SC" panose="02010800040101010101" charset="-122"/>
              <a:cs typeface="Songti SC" panose="02010800040101010101" charset="-122"/>
            </a:endParaRPr>
          </a:p>
        </p:txBody>
      </p:sp>
      <p:sp>
        <p:nvSpPr>
          <p:cNvPr id="5" name="rule-29"/>
          <p:cNvSpPr>
            <a:spLocks noGrp="1"/>
          </p:cNvSpPr>
          <p:nvPr/>
        </p:nvSpPr>
        <p:spPr>
          <a:xfrm>
            <a:off x="609600" y="6372225"/>
            <a:ext cx="10972800" cy="0"/>
          </a:xfrm>
          <a:prstGeom prst="line">
            <a:avLst/>
          </a:prstGeom>
          <a:noFill/>
          <a:ln w="9525">
            <a:solidFill>
              <a:srgbClr val="D7CBB3"/>
            </a:solidFill>
            <a:prstDash val="solid"/>
          </a:ln>
        </p:spPr>
      </p:sp>
      <p:sp>
        <p:nvSpPr>
          <p:cNvPr id="6" name="text-30"/>
          <p:cNvSpPr>
            <a:spLocks noGrp="1"/>
          </p:cNvSpPr>
          <p:nvPr/>
        </p:nvSpPr>
        <p:spPr>
          <a:xfrm>
            <a:off x="609600" y="6496050"/>
            <a:ext cx="71437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defPPr>
            <a:lvl1pPr algn="l">
              <a:defRPr sz="1125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1pPr>
            <a:lvl2pPr algn="l">
              <a:defRPr sz="1125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2pPr>
            <a:lvl3pPr algn="l">
              <a:defRPr sz="1125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3pPr>
            <a:lvl4pPr algn="l">
              <a:defRPr sz="1125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4pPr>
            <a:lvl5pPr algn="l">
              <a:defRPr sz="1125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5pPr>
            <a:lvl6pPr algn="l">
              <a:defRPr sz="1125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6pPr>
            <a:lvl7pPr algn="l">
              <a:defRPr sz="1125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7pPr>
            <a:lvl8pPr algn="l">
              <a:defRPr sz="1125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8pPr>
            <a:lvl9pPr algn="l">
              <a:defRPr sz="1125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9pPr>
          </a:lstStyle>
          <a:p>
            <a:pPr algn="l">
              <a:defRPr sz="1125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pPr>
            <a:r>
              <a:rPr sz="1125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rPr>
              <a:t>有请下一队  /  黄淮学院</a:t>
            </a:r>
            <a:endParaRPr sz="1125" b="0">
              <a:solidFill>
                <a:srgbClr val="85765C"/>
              </a:solidFill>
              <a:latin typeface="Heiti TC" panose="02000000000000000000" charset="-122"/>
              <a:ea typeface="Heiti TC" panose="02000000000000000000" charset="-122"/>
              <a:cs typeface="Heiti TC" panose="02000000000000000000" charset="-122"/>
            </a:endParaRPr>
          </a:p>
        </p:txBody>
      </p:sp>
      <p:sp>
        <p:nvSpPr>
          <p:cNvPr id="7" name="text-31"/>
          <p:cNvSpPr>
            <a:spLocks noGrp="1"/>
          </p:cNvSpPr>
          <p:nvPr/>
        </p:nvSpPr>
        <p:spPr>
          <a:xfrm>
            <a:off x="10334625" y="6496050"/>
            <a:ext cx="1238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125" b="0">
                <a:solidFill>
                  <a:srgbClr val="85765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 algn="r">
              <a:defRPr sz="1125" b="0">
                <a:solidFill>
                  <a:srgbClr val="85765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 algn="r">
              <a:defRPr sz="1125" b="0">
                <a:solidFill>
                  <a:srgbClr val="85765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 algn="r">
              <a:defRPr sz="1125" b="0">
                <a:solidFill>
                  <a:srgbClr val="85765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 algn="r">
              <a:defRPr sz="1125" b="0">
                <a:solidFill>
                  <a:srgbClr val="85765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 algn="r">
              <a:defRPr sz="1125" b="0">
                <a:solidFill>
                  <a:srgbClr val="85765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 algn="r">
              <a:defRPr sz="1125" b="0">
                <a:solidFill>
                  <a:srgbClr val="85765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 algn="r">
              <a:defRPr sz="1125" b="0">
                <a:solidFill>
                  <a:srgbClr val="85765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 algn="r">
              <a:defRPr sz="1125" b="0">
                <a:solidFill>
                  <a:srgbClr val="85765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 algn="r">
              <a:defRPr sz="1125" b="0">
                <a:solidFill>
                  <a:srgbClr val="85765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 algn="r">
              <a:defRPr sz="1125" b="0">
                <a:solidFill>
                  <a:srgbClr val="85765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125" b="0">
                <a:solidFill>
                  <a:srgbClr val="85765C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03 / 12</a:t>
            </a:r>
            <a:endParaRPr sz="1125" b="0">
              <a:solidFill>
                <a:srgbClr val="85765C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5226" y="2000250"/>
            <a:ext cx="1513848" cy="3714750"/>
          </a:xfrm>
          <a:prstGeom prst="rect">
            <a:avLst/>
          </a:prstGeom>
        </p:spPr>
      </p:pic>
      <p:sp>
        <p:nvSpPr>
          <p:cNvPr id="9" name="text-32"/>
          <p:cNvSpPr>
            <a:spLocks noGrp="1"/>
          </p:cNvSpPr>
          <p:nvPr/>
        </p:nvSpPr>
        <p:spPr>
          <a:xfrm>
            <a:off x="723900" y="5829300"/>
            <a:ext cx="3190875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2B2B2B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defPPr>
            <a:lvl1pPr algn="l">
              <a:defRPr sz="1875" b="1">
                <a:solidFill>
                  <a:srgbClr val="2B2B2B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1pPr>
            <a:lvl2pPr algn="l">
              <a:defRPr sz="1875" b="1">
                <a:solidFill>
                  <a:srgbClr val="2B2B2B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2pPr>
            <a:lvl3pPr algn="l">
              <a:defRPr sz="1875" b="1">
                <a:solidFill>
                  <a:srgbClr val="2B2B2B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3pPr>
            <a:lvl4pPr algn="l">
              <a:defRPr sz="1875" b="1">
                <a:solidFill>
                  <a:srgbClr val="2B2B2B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4pPr>
            <a:lvl5pPr algn="l">
              <a:defRPr sz="1875" b="1">
                <a:solidFill>
                  <a:srgbClr val="2B2B2B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5pPr>
            <a:lvl6pPr algn="l">
              <a:defRPr sz="1875" b="1">
                <a:solidFill>
                  <a:srgbClr val="2B2B2B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6pPr>
            <a:lvl7pPr algn="l">
              <a:defRPr sz="1875" b="1">
                <a:solidFill>
                  <a:srgbClr val="2B2B2B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7pPr>
            <a:lvl8pPr algn="l">
              <a:defRPr sz="1875" b="1">
                <a:solidFill>
                  <a:srgbClr val="2B2B2B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8pPr>
            <a:lvl9pPr algn="l">
              <a:defRPr sz="1875" b="1">
                <a:solidFill>
                  <a:srgbClr val="2B2B2B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9pPr>
          </a:lstStyle>
          <a:p>
            <a:pPr algn="l">
              <a:defRPr sz="1875" b="1">
                <a:solidFill>
                  <a:srgbClr val="2B2B2B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pPr>
            <a:r>
              <a:rPr sz="1875" b="1">
                <a:solidFill>
                  <a:srgbClr val="2B2B2B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rPr>
              <a:t>01  选模式与岗位</a:t>
            </a:r>
            <a:endParaRPr sz="1875" b="1">
              <a:solidFill>
                <a:srgbClr val="2B2B2B"/>
              </a:solidFill>
              <a:latin typeface="Heiti TC" panose="02000000000000000000" charset="-122"/>
              <a:ea typeface="Heiti TC" panose="02000000000000000000" charset="-122"/>
              <a:cs typeface="Heiti TC" panose="02000000000000000000" charset="-122"/>
            </a:endParaRPr>
          </a:p>
        </p:txBody>
      </p:sp>
      <p:sp>
        <p:nvSpPr>
          <p:cNvPr id="10" name="text-33"/>
          <p:cNvSpPr>
            <a:spLocks noGrp="1"/>
          </p:cNvSpPr>
          <p:nvPr/>
        </p:nvSpPr>
        <p:spPr>
          <a:xfrm>
            <a:off x="3581400" y="3476625"/>
            <a:ext cx="6667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600" b="0">
                <a:solidFill>
                  <a:srgbClr val="B02A1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 algn="l">
              <a:defRPr sz="3600" b="0">
                <a:solidFill>
                  <a:srgbClr val="B02A1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 algn="l">
              <a:defRPr sz="3600" b="0">
                <a:solidFill>
                  <a:srgbClr val="B02A1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 algn="l">
              <a:defRPr sz="3600" b="0">
                <a:solidFill>
                  <a:srgbClr val="B02A1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 algn="l">
              <a:defRPr sz="3600" b="0">
                <a:solidFill>
                  <a:srgbClr val="B02A1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 algn="l">
              <a:defRPr sz="3600" b="0">
                <a:solidFill>
                  <a:srgbClr val="B02A1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 algn="l">
              <a:defRPr sz="3600" b="0">
                <a:solidFill>
                  <a:srgbClr val="B02A1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 algn="l">
              <a:defRPr sz="3600" b="0">
                <a:solidFill>
                  <a:srgbClr val="B02A1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 algn="l">
              <a:defRPr sz="3600" b="0">
                <a:solidFill>
                  <a:srgbClr val="B02A1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 algn="l">
              <a:defRPr sz="3600" b="0">
                <a:solidFill>
                  <a:srgbClr val="B02A1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 algn="l">
              <a:defRPr sz="3600" b="0">
                <a:solidFill>
                  <a:srgbClr val="B02A1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3600" b="0">
                <a:solidFill>
                  <a:srgbClr val="B02A1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→</a:t>
            </a:r>
            <a:endParaRPr sz="3600" b="0">
              <a:solidFill>
                <a:srgbClr val="B02A1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8829" y="2000250"/>
            <a:ext cx="1029492" cy="3714750"/>
          </a:xfrm>
          <a:prstGeom prst="rect">
            <a:avLst/>
          </a:prstGeom>
        </p:spPr>
      </p:pic>
      <p:sp>
        <p:nvSpPr>
          <p:cNvPr id="12" name="text-34"/>
          <p:cNvSpPr>
            <a:spLocks noGrp="1"/>
          </p:cNvSpPr>
          <p:nvPr/>
        </p:nvSpPr>
        <p:spPr>
          <a:xfrm>
            <a:off x="4505325" y="5829300"/>
            <a:ext cx="3190875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2B2B2B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defPPr>
            <a:lvl1pPr algn="l">
              <a:defRPr sz="1875" b="1">
                <a:solidFill>
                  <a:srgbClr val="2B2B2B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1pPr>
            <a:lvl2pPr algn="l">
              <a:defRPr sz="1875" b="1">
                <a:solidFill>
                  <a:srgbClr val="2B2B2B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2pPr>
            <a:lvl3pPr algn="l">
              <a:defRPr sz="1875" b="1">
                <a:solidFill>
                  <a:srgbClr val="2B2B2B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3pPr>
            <a:lvl4pPr algn="l">
              <a:defRPr sz="1875" b="1">
                <a:solidFill>
                  <a:srgbClr val="2B2B2B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4pPr>
            <a:lvl5pPr algn="l">
              <a:defRPr sz="1875" b="1">
                <a:solidFill>
                  <a:srgbClr val="2B2B2B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5pPr>
            <a:lvl6pPr algn="l">
              <a:defRPr sz="1875" b="1">
                <a:solidFill>
                  <a:srgbClr val="2B2B2B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6pPr>
            <a:lvl7pPr algn="l">
              <a:defRPr sz="1875" b="1">
                <a:solidFill>
                  <a:srgbClr val="2B2B2B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7pPr>
            <a:lvl8pPr algn="l">
              <a:defRPr sz="1875" b="1">
                <a:solidFill>
                  <a:srgbClr val="2B2B2B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8pPr>
            <a:lvl9pPr algn="l">
              <a:defRPr sz="1875" b="1">
                <a:solidFill>
                  <a:srgbClr val="2B2B2B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9pPr>
          </a:lstStyle>
          <a:p>
            <a:pPr algn="l">
              <a:defRPr sz="1875" b="1">
                <a:solidFill>
                  <a:srgbClr val="2B2B2B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pPr>
            <a:r>
              <a:rPr sz="1875" b="1">
                <a:solidFill>
                  <a:srgbClr val="2B2B2B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rPr>
              <a:t>02  选一位面试官</a:t>
            </a:r>
            <a:endParaRPr sz="1875" b="1">
              <a:solidFill>
                <a:srgbClr val="2B2B2B"/>
              </a:solidFill>
              <a:latin typeface="Heiti TC" panose="02000000000000000000" charset="-122"/>
              <a:ea typeface="Heiti TC" panose="02000000000000000000" charset="-122"/>
              <a:cs typeface="Heiti TC" panose="02000000000000000000" charset="-122"/>
            </a:endParaRPr>
          </a:p>
        </p:txBody>
      </p:sp>
      <p:sp>
        <p:nvSpPr>
          <p:cNvPr id="13" name="text-35"/>
          <p:cNvSpPr>
            <a:spLocks noGrp="1"/>
          </p:cNvSpPr>
          <p:nvPr/>
        </p:nvSpPr>
        <p:spPr>
          <a:xfrm>
            <a:off x="7362825" y="3476625"/>
            <a:ext cx="6667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600" b="0">
                <a:solidFill>
                  <a:srgbClr val="B02A1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 algn="l">
              <a:defRPr sz="3600" b="0">
                <a:solidFill>
                  <a:srgbClr val="B02A1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 algn="l">
              <a:defRPr sz="3600" b="0">
                <a:solidFill>
                  <a:srgbClr val="B02A1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 algn="l">
              <a:defRPr sz="3600" b="0">
                <a:solidFill>
                  <a:srgbClr val="B02A1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 algn="l">
              <a:defRPr sz="3600" b="0">
                <a:solidFill>
                  <a:srgbClr val="B02A1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 algn="l">
              <a:defRPr sz="3600" b="0">
                <a:solidFill>
                  <a:srgbClr val="B02A1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 algn="l">
              <a:defRPr sz="3600" b="0">
                <a:solidFill>
                  <a:srgbClr val="B02A1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 algn="l">
              <a:defRPr sz="3600" b="0">
                <a:solidFill>
                  <a:srgbClr val="B02A1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 algn="l">
              <a:defRPr sz="3600" b="0">
                <a:solidFill>
                  <a:srgbClr val="B02A1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 algn="l">
              <a:defRPr sz="3600" b="0">
                <a:solidFill>
                  <a:srgbClr val="B02A1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 algn="l">
              <a:defRPr sz="3600" b="0">
                <a:solidFill>
                  <a:srgbClr val="B02A1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3600" b="0">
                <a:solidFill>
                  <a:srgbClr val="B02A1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→</a:t>
            </a:r>
            <a:endParaRPr sz="3600" b="0">
              <a:solidFill>
                <a:srgbClr val="B02A1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6750" y="2057576"/>
            <a:ext cx="2476500" cy="3600097"/>
          </a:xfrm>
          <a:prstGeom prst="rect">
            <a:avLst/>
          </a:prstGeom>
        </p:spPr>
      </p:pic>
      <p:sp>
        <p:nvSpPr>
          <p:cNvPr id="15" name="text-36"/>
          <p:cNvSpPr>
            <a:spLocks noGrp="1"/>
          </p:cNvSpPr>
          <p:nvPr/>
        </p:nvSpPr>
        <p:spPr>
          <a:xfrm>
            <a:off x="8286750" y="5829300"/>
            <a:ext cx="3190875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2B2B2B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defPPr>
            <a:lvl1pPr algn="l">
              <a:defRPr sz="1875" b="1">
                <a:solidFill>
                  <a:srgbClr val="2B2B2B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1pPr>
            <a:lvl2pPr algn="l">
              <a:defRPr sz="1875" b="1">
                <a:solidFill>
                  <a:srgbClr val="2B2B2B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2pPr>
            <a:lvl3pPr algn="l">
              <a:defRPr sz="1875" b="1">
                <a:solidFill>
                  <a:srgbClr val="2B2B2B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3pPr>
            <a:lvl4pPr algn="l">
              <a:defRPr sz="1875" b="1">
                <a:solidFill>
                  <a:srgbClr val="2B2B2B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4pPr>
            <a:lvl5pPr algn="l">
              <a:defRPr sz="1875" b="1">
                <a:solidFill>
                  <a:srgbClr val="2B2B2B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5pPr>
            <a:lvl6pPr algn="l">
              <a:defRPr sz="1875" b="1">
                <a:solidFill>
                  <a:srgbClr val="2B2B2B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6pPr>
            <a:lvl7pPr algn="l">
              <a:defRPr sz="1875" b="1">
                <a:solidFill>
                  <a:srgbClr val="2B2B2B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7pPr>
            <a:lvl8pPr algn="l">
              <a:defRPr sz="1875" b="1">
                <a:solidFill>
                  <a:srgbClr val="2B2B2B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8pPr>
            <a:lvl9pPr algn="l">
              <a:defRPr sz="1875" b="1">
                <a:solidFill>
                  <a:srgbClr val="2B2B2B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9pPr>
          </a:lstStyle>
          <a:p>
            <a:pPr algn="l">
              <a:defRPr sz="1875" b="1">
                <a:solidFill>
                  <a:srgbClr val="2B2B2B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pPr>
            <a:r>
              <a:rPr sz="1875" b="1">
                <a:solidFill>
                  <a:srgbClr val="2B2B2B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rPr>
              <a:t>03  生成并保存录用单</a:t>
            </a:r>
            <a:endParaRPr sz="1875" b="1">
              <a:solidFill>
                <a:srgbClr val="2B2B2B"/>
              </a:solidFill>
              <a:latin typeface="Heiti TC" panose="02000000000000000000" charset="-122"/>
              <a:ea typeface="Heiti TC" panose="02000000000000000000" charset="-122"/>
              <a:cs typeface="Heiti TC" panose="02000000000000000000" charset="-122"/>
            </a:endParaRPr>
          </a:p>
        </p:txBody>
      </p:sp>
      <p:sp>
        <p:nvSpPr>
          <p:cNvPr id="16" name="text-37"/>
          <p:cNvSpPr>
            <a:spLocks noGrp="1"/>
          </p:cNvSpPr>
          <p:nvPr/>
        </p:nvSpPr>
        <p:spPr>
          <a:xfrm>
            <a:off x="628650" y="1695450"/>
            <a:ext cx="10858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425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defPPr>
            <a:lvl1pPr algn="l">
              <a:defRPr sz="1425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1pPr>
            <a:lvl2pPr algn="l">
              <a:defRPr sz="1425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2pPr>
            <a:lvl3pPr algn="l">
              <a:defRPr sz="1425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3pPr>
            <a:lvl4pPr algn="l">
              <a:defRPr sz="1425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4pPr>
            <a:lvl5pPr algn="l">
              <a:defRPr sz="1425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5pPr>
            <a:lvl6pPr algn="l">
              <a:defRPr sz="1425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6pPr>
            <a:lvl7pPr algn="l">
              <a:defRPr sz="1425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7pPr>
            <a:lvl8pPr algn="l">
              <a:defRPr sz="1425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8pPr>
            <a:lvl9pPr algn="l">
              <a:defRPr sz="1425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9pPr>
          </a:lstStyle>
          <a:p>
            <a:pPr algn="l">
              <a:defRPr sz="1425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pPr>
            <a:r>
              <a:rPr sz="1425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rPr>
              <a:t>演示界面；普通面试默认四题，支持思考、澄清、跳过与提前结束</a:t>
            </a:r>
            <a:endParaRPr sz="1425" b="0">
              <a:solidFill>
                <a:srgbClr val="85765C"/>
              </a:solidFill>
              <a:latin typeface="Heiti TC" panose="02000000000000000000" charset="-122"/>
              <a:ea typeface="Heiti TC" panose="02000000000000000000" charset="-122"/>
              <a:cs typeface="Heiti TC" panose="02000000000000000000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EFD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4" name="text-38"/>
          <p:cNvSpPr>
            <a:spLocks noGrp="1"/>
          </p:cNvSpPr>
          <p:nvPr/>
        </p:nvSpPr>
        <p:spPr>
          <a:xfrm>
            <a:off x="609600" y="285750"/>
            <a:ext cx="63817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200" b="0">
                <a:solidFill>
                  <a:srgbClr val="B02A1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 algn="l">
              <a:defRPr sz="1200" b="0">
                <a:solidFill>
                  <a:srgbClr val="B02A1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 algn="l">
              <a:defRPr sz="1200" b="0">
                <a:solidFill>
                  <a:srgbClr val="B02A1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 algn="l">
              <a:defRPr sz="1200" b="0">
                <a:solidFill>
                  <a:srgbClr val="B02A1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 algn="l">
              <a:defRPr sz="1200" b="0">
                <a:solidFill>
                  <a:srgbClr val="B02A1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 algn="l">
              <a:defRPr sz="1200" b="0">
                <a:solidFill>
                  <a:srgbClr val="B02A1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 algn="l">
              <a:defRPr sz="1200" b="0">
                <a:solidFill>
                  <a:srgbClr val="B02A1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 algn="l">
              <a:defRPr sz="1200" b="0">
                <a:solidFill>
                  <a:srgbClr val="B02A1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 algn="l">
              <a:defRPr sz="1200" b="0">
                <a:solidFill>
                  <a:srgbClr val="B02A1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 algn="l">
              <a:defRPr sz="1200" b="0">
                <a:solidFill>
                  <a:srgbClr val="B02A1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 algn="l">
              <a:defRPr sz="1200" b="0">
                <a:solidFill>
                  <a:srgbClr val="B02A1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00" b="0">
                <a:solidFill>
                  <a:srgbClr val="B02A1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OFFER 大作战 · 校园人事部</a:t>
            </a:r>
            <a:endParaRPr sz="1200" b="0">
              <a:solidFill>
                <a:srgbClr val="B02A1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" name="text-39"/>
          <p:cNvSpPr>
            <a:spLocks noGrp="1"/>
          </p:cNvSpPr>
          <p:nvPr/>
        </p:nvSpPr>
        <p:spPr>
          <a:xfrm>
            <a:off x="9144000" y="285750"/>
            <a:ext cx="24384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20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defPPr>
            <a:lvl1pPr algn="r">
              <a:defRPr sz="120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1pPr>
            <a:lvl2pPr algn="r">
              <a:defRPr sz="120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2pPr>
            <a:lvl3pPr algn="r">
              <a:defRPr sz="120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3pPr>
            <a:lvl4pPr algn="r">
              <a:defRPr sz="120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4pPr>
            <a:lvl5pPr algn="r">
              <a:defRPr sz="120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5pPr>
            <a:lvl6pPr algn="r">
              <a:defRPr sz="120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6pPr>
            <a:lvl7pPr algn="r">
              <a:defRPr sz="120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7pPr>
            <a:lvl8pPr algn="r">
              <a:defRPr sz="120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8pPr>
            <a:lvl9pPr algn="r">
              <a:defRPr sz="120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9pPr>
          </a:lstStyle>
          <a:p>
            <a:pPr algn="r">
              <a:defRPr sz="120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pPr>
            <a:r>
              <a:rPr sz="120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rPr>
              <a:t>角色设计</a:t>
            </a:r>
            <a:endParaRPr sz="1200" b="0">
              <a:solidFill>
                <a:srgbClr val="85765C"/>
              </a:solidFill>
              <a:latin typeface="Heiti TC" panose="02000000000000000000" charset="-122"/>
              <a:ea typeface="Heiti TC" panose="02000000000000000000" charset="-122"/>
              <a:cs typeface="Heiti TC" panose="02000000000000000000" charset="-122"/>
            </a:endParaRPr>
          </a:p>
        </p:txBody>
      </p:sp>
      <p:sp>
        <p:nvSpPr>
          <p:cNvPr id="3" name="rule-40"/>
          <p:cNvSpPr>
            <a:spLocks noGrp="1"/>
          </p:cNvSpPr>
          <p:nvPr/>
        </p:nvSpPr>
        <p:spPr>
          <a:xfrm>
            <a:off x="609600" y="723900"/>
            <a:ext cx="10972800" cy="0"/>
          </a:xfrm>
          <a:prstGeom prst="line">
            <a:avLst/>
          </a:prstGeom>
          <a:noFill/>
          <a:ln w="14288">
            <a:solidFill>
              <a:srgbClr val="2B2B2B"/>
            </a:solidFill>
            <a:prstDash val="solid"/>
          </a:ln>
        </p:spPr>
      </p:sp>
      <p:sp>
        <p:nvSpPr>
          <p:cNvPr id="4" name="slide-4-title"/>
          <p:cNvSpPr>
            <a:spLocks noGrp="1"/>
          </p:cNvSpPr>
          <p:nvPr/>
        </p:nvSpPr>
        <p:spPr>
          <a:xfrm>
            <a:off x="609600" y="1000125"/>
            <a:ext cx="109728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300" b="1">
                <a:solidFill>
                  <a:srgbClr val="2B2B2B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defRPr>
            </a:defPPr>
            <a:lvl1pPr algn="l">
              <a:defRPr sz="3300" b="1">
                <a:solidFill>
                  <a:srgbClr val="2B2B2B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defRPr>
            </a:lvl1pPr>
            <a:lvl2pPr algn="l">
              <a:defRPr sz="3300" b="1">
                <a:solidFill>
                  <a:srgbClr val="2B2B2B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defRPr>
            </a:lvl2pPr>
            <a:lvl3pPr algn="l">
              <a:defRPr sz="3300" b="1">
                <a:solidFill>
                  <a:srgbClr val="2B2B2B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defRPr>
            </a:lvl3pPr>
            <a:lvl4pPr algn="l">
              <a:defRPr sz="3300" b="1">
                <a:solidFill>
                  <a:srgbClr val="2B2B2B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defRPr>
            </a:lvl4pPr>
            <a:lvl5pPr algn="l">
              <a:defRPr sz="3300" b="1">
                <a:solidFill>
                  <a:srgbClr val="2B2B2B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defRPr>
            </a:lvl5pPr>
            <a:lvl6pPr algn="l">
              <a:defRPr sz="3300" b="1">
                <a:solidFill>
                  <a:srgbClr val="2B2B2B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defRPr>
            </a:lvl6pPr>
            <a:lvl7pPr algn="l">
              <a:defRPr sz="3300" b="1">
                <a:solidFill>
                  <a:srgbClr val="2B2B2B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defRPr>
            </a:lvl7pPr>
            <a:lvl8pPr algn="l">
              <a:defRPr sz="3300" b="1">
                <a:solidFill>
                  <a:srgbClr val="2B2B2B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defRPr>
            </a:lvl8pPr>
            <a:lvl9pPr algn="l">
              <a:defRPr sz="3300" b="1">
                <a:solidFill>
                  <a:srgbClr val="2B2B2B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defRPr>
            </a:lvl9pPr>
          </a:lstStyle>
          <a:p>
            <a:pPr algn="l">
              <a:defRPr sz="3300" b="1">
                <a:solidFill>
                  <a:srgbClr val="2B2B2B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defRPr>
            </a:pPr>
            <a:r>
              <a:rPr sz="3300" b="1">
                <a:solidFill>
                  <a:srgbClr val="2B2B2B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rPr>
              <a:t>五位面试官，五种接话方式</a:t>
            </a:r>
            <a:endParaRPr sz="3300" b="1">
              <a:solidFill>
                <a:srgbClr val="2B2B2B"/>
              </a:solidFill>
              <a:latin typeface="Songti SC" panose="02010800040101010101" charset="-122"/>
              <a:ea typeface="Songti SC" panose="02010800040101010101" charset="-122"/>
              <a:cs typeface="Songti SC" panose="02010800040101010101" charset="-122"/>
            </a:endParaRPr>
          </a:p>
        </p:txBody>
      </p:sp>
      <p:sp>
        <p:nvSpPr>
          <p:cNvPr id="5" name="rule-41"/>
          <p:cNvSpPr>
            <a:spLocks noGrp="1"/>
          </p:cNvSpPr>
          <p:nvPr/>
        </p:nvSpPr>
        <p:spPr>
          <a:xfrm>
            <a:off x="609600" y="6372225"/>
            <a:ext cx="10972800" cy="0"/>
          </a:xfrm>
          <a:prstGeom prst="line">
            <a:avLst/>
          </a:prstGeom>
          <a:noFill/>
          <a:ln w="9525">
            <a:solidFill>
              <a:srgbClr val="D7CBB3"/>
            </a:solidFill>
            <a:prstDash val="solid"/>
          </a:ln>
        </p:spPr>
      </p:sp>
      <p:sp>
        <p:nvSpPr>
          <p:cNvPr id="6" name="text-42"/>
          <p:cNvSpPr>
            <a:spLocks noGrp="1"/>
          </p:cNvSpPr>
          <p:nvPr/>
        </p:nvSpPr>
        <p:spPr>
          <a:xfrm>
            <a:off x="609600" y="6496050"/>
            <a:ext cx="71437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defPPr>
            <a:lvl1pPr algn="l">
              <a:defRPr sz="1125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1pPr>
            <a:lvl2pPr algn="l">
              <a:defRPr sz="1125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2pPr>
            <a:lvl3pPr algn="l">
              <a:defRPr sz="1125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3pPr>
            <a:lvl4pPr algn="l">
              <a:defRPr sz="1125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4pPr>
            <a:lvl5pPr algn="l">
              <a:defRPr sz="1125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5pPr>
            <a:lvl6pPr algn="l">
              <a:defRPr sz="1125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6pPr>
            <a:lvl7pPr algn="l">
              <a:defRPr sz="1125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7pPr>
            <a:lvl8pPr algn="l">
              <a:defRPr sz="1125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8pPr>
            <a:lvl9pPr algn="l">
              <a:defRPr sz="1125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9pPr>
          </a:lstStyle>
          <a:p>
            <a:pPr algn="l">
              <a:defRPr sz="1125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pPr>
            <a:r>
              <a:rPr sz="1125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rPr>
              <a:t>有请下一队  /  黄淮学院</a:t>
            </a:r>
            <a:endParaRPr sz="1125" b="0">
              <a:solidFill>
                <a:srgbClr val="85765C"/>
              </a:solidFill>
              <a:latin typeface="Heiti TC" panose="02000000000000000000" charset="-122"/>
              <a:ea typeface="Heiti TC" panose="02000000000000000000" charset="-122"/>
              <a:cs typeface="Heiti TC" panose="02000000000000000000" charset="-122"/>
            </a:endParaRPr>
          </a:p>
        </p:txBody>
      </p:sp>
      <p:sp>
        <p:nvSpPr>
          <p:cNvPr id="7" name="text-43"/>
          <p:cNvSpPr>
            <a:spLocks noGrp="1"/>
          </p:cNvSpPr>
          <p:nvPr/>
        </p:nvSpPr>
        <p:spPr>
          <a:xfrm>
            <a:off x="10334625" y="6496050"/>
            <a:ext cx="1238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125" b="0">
                <a:solidFill>
                  <a:srgbClr val="85765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 algn="r">
              <a:defRPr sz="1125" b="0">
                <a:solidFill>
                  <a:srgbClr val="85765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 algn="r">
              <a:defRPr sz="1125" b="0">
                <a:solidFill>
                  <a:srgbClr val="85765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 algn="r">
              <a:defRPr sz="1125" b="0">
                <a:solidFill>
                  <a:srgbClr val="85765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 algn="r">
              <a:defRPr sz="1125" b="0">
                <a:solidFill>
                  <a:srgbClr val="85765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 algn="r">
              <a:defRPr sz="1125" b="0">
                <a:solidFill>
                  <a:srgbClr val="85765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 algn="r">
              <a:defRPr sz="1125" b="0">
                <a:solidFill>
                  <a:srgbClr val="85765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 algn="r">
              <a:defRPr sz="1125" b="0">
                <a:solidFill>
                  <a:srgbClr val="85765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 algn="r">
              <a:defRPr sz="1125" b="0">
                <a:solidFill>
                  <a:srgbClr val="85765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 algn="r">
              <a:defRPr sz="1125" b="0">
                <a:solidFill>
                  <a:srgbClr val="85765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 algn="r">
              <a:defRPr sz="1125" b="0">
                <a:solidFill>
                  <a:srgbClr val="85765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125" b="0">
                <a:solidFill>
                  <a:srgbClr val="85765C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04 / 12</a:t>
            </a:r>
            <a:endParaRPr sz="1125" b="0">
              <a:solidFill>
                <a:srgbClr val="85765C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0550" y="2238375"/>
            <a:ext cx="2114550" cy="2114550"/>
          </a:xfrm>
          <a:prstGeom prst="rect">
            <a:avLst/>
          </a:prstGeom>
        </p:spPr>
      </p:pic>
      <p:sp>
        <p:nvSpPr>
          <p:cNvPr id="9" name="text-44"/>
          <p:cNvSpPr>
            <a:spLocks noGrp="1"/>
          </p:cNvSpPr>
          <p:nvPr/>
        </p:nvSpPr>
        <p:spPr>
          <a:xfrm>
            <a:off x="590550" y="4714875"/>
            <a:ext cx="21145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800" b="1">
                <a:solidFill>
                  <a:srgbClr val="2B2B2B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defRPr>
            </a:defPPr>
            <a:lvl1pPr algn="ctr">
              <a:defRPr sz="1800" b="1">
                <a:solidFill>
                  <a:srgbClr val="2B2B2B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defRPr>
            </a:lvl1pPr>
            <a:lvl2pPr algn="ctr">
              <a:defRPr sz="1800" b="1">
                <a:solidFill>
                  <a:srgbClr val="2B2B2B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defRPr>
            </a:lvl2pPr>
            <a:lvl3pPr algn="ctr">
              <a:defRPr sz="1800" b="1">
                <a:solidFill>
                  <a:srgbClr val="2B2B2B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defRPr>
            </a:lvl3pPr>
            <a:lvl4pPr algn="ctr">
              <a:defRPr sz="1800" b="1">
                <a:solidFill>
                  <a:srgbClr val="2B2B2B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defRPr>
            </a:lvl4pPr>
            <a:lvl5pPr algn="ctr">
              <a:defRPr sz="1800" b="1">
                <a:solidFill>
                  <a:srgbClr val="2B2B2B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defRPr>
            </a:lvl5pPr>
            <a:lvl6pPr algn="ctr">
              <a:defRPr sz="1800" b="1">
                <a:solidFill>
                  <a:srgbClr val="2B2B2B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defRPr>
            </a:lvl6pPr>
            <a:lvl7pPr algn="ctr">
              <a:defRPr sz="1800" b="1">
                <a:solidFill>
                  <a:srgbClr val="2B2B2B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defRPr>
            </a:lvl7pPr>
            <a:lvl8pPr algn="ctr">
              <a:defRPr sz="1800" b="1">
                <a:solidFill>
                  <a:srgbClr val="2B2B2B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defRPr>
            </a:lvl8pPr>
            <a:lvl9pPr algn="ctr">
              <a:defRPr sz="1800" b="1">
                <a:solidFill>
                  <a:srgbClr val="2B2B2B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defRPr>
            </a:lvl9pPr>
          </a:lstStyle>
          <a:p>
            <a:pPr algn="ctr">
              <a:defRPr sz="1800" b="1">
                <a:solidFill>
                  <a:srgbClr val="2B2B2B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defRPr>
            </a:pPr>
            <a:r>
              <a:rPr sz="1800" b="1">
                <a:solidFill>
                  <a:srgbClr val="2B2B2B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rPr>
              <a:t>赛博判官 K-07</a:t>
            </a:r>
            <a:endParaRPr sz="1800" b="1">
              <a:solidFill>
                <a:srgbClr val="2B2B2B"/>
              </a:solidFill>
              <a:latin typeface="Songti SC" panose="02010800040101010101" charset="-122"/>
              <a:ea typeface="Songti SC" panose="02010800040101010101" charset="-122"/>
              <a:cs typeface="Songti SC" panose="02010800040101010101" charset="-122"/>
            </a:endParaRPr>
          </a:p>
        </p:txBody>
      </p:sp>
      <p:sp>
        <p:nvSpPr>
          <p:cNvPr id="10" name="text-45"/>
          <p:cNvSpPr>
            <a:spLocks noGrp="1"/>
          </p:cNvSpPr>
          <p:nvPr/>
        </p:nvSpPr>
        <p:spPr>
          <a:xfrm>
            <a:off x="590550" y="5181600"/>
            <a:ext cx="21145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65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defPPr>
            <a:lvl1pPr algn="ctr">
              <a:defRPr sz="165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1pPr>
            <a:lvl2pPr algn="ctr">
              <a:defRPr sz="165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2pPr>
            <a:lvl3pPr algn="ctr">
              <a:defRPr sz="165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3pPr>
            <a:lvl4pPr algn="ctr">
              <a:defRPr sz="165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4pPr>
            <a:lvl5pPr algn="ctr">
              <a:defRPr sz="165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5pPr>
            <a:lvl6pPr algn="ctr">
              <a:defRPr sz="165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6pPr>
            <a:lvl7pPr algn="ctr">
              <a:defRPr sz="165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7pPr>
            <a:lvl8pPr algn="ctr">
              <a:defRPr sz="165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8pPr>
            <a:lvl9pPr algn="ctr">
              <a:defRPr sz="165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9pPr>
          </a:lstStyle>
          <a:p>
            <a:pPr algn="ctr">
              <a:defRPr sz="165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pPr>
            <a:r>
              <a:rPr sz="165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rPr>
              <a:t>冷面挑逻辑</a:t>
            </a:r>
            <a:endParaRPr sz="1650" b="0">
              <a:solidFill>
                <a:srgbClr val="85765C"/>
              </a:solidFill>
              <a:latin typeface="Heiti TC" panose="02000000000000000000" charset="-122"/>
              <a:ea typeface="Heiti TC" panose="02000000000000000000" charset="-122"/>
              <a:cs typeface="Heiti TC" panose="02000000000000000000" charset="-122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9400" y="2238375"/>
            <a:ext cx="2114550" cy="2114550"/>
          </a:xfrm>
          <a:prstGeom prst="rect">
            <a:avLst/>
          </a:prstGeom>
        </p:spPr>
      </p:pic>
      <p:sp>
        <p:nvSpPr>
          <p:cNvPr id="12" name="text-46"/>
          <p:cNvSpPr>
            <a:spLocks noGrp="1"/>
          </p:cNvSpPr>
          <p:nvPr/>
        </p:nvSpPr>
        <p:spPr>
          <a:xfrm>
            <a:off x="2819400" y="4714875"/>
            <a:ext cx="21145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800" b="1">
                <a:solidFill>
                  <a:srgbClr val="2B2B2B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defRPr>
            </a:defPPr>
            <a:lvl1pPr algn="ctr">
              <a:defRPr sz="1800" b="1">
                <a:solidFill>
                  <a:srgbClr val="2B2B2B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defRPr>
            </a:lvl1pPr>
            <a:lvl2pPr algn="ctr">
              <a:defRPr sz="1800" b="1">
                <a:solidFill>
                  <a:srgbClr val="2B2B2B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defRPr>
            </a:lvl2pPr>
            <a:lvl3pPr algn="ctr">
              <a:defRPr sz="1800" b="1">
                <a:solidFill>
                  <a:srgbClr val="2B2B2B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defRPr>
            </a:lvl3pPr>
            <a:lvl4pPr algn="ctr">
              <a:defRPr sz="1800" b="1">
                <a:solidFill>
                  <a:srgbClr val="2B2B2B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defRPr>
            </a:lvl4pPr>
            <a:lvl5pPr algn="ctr">
              <a:defRPr sz="1800" b="1">
                <a:solidFill>
                  <a:srgbClr val="2B2B2B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defRPr>
            </a:lvl5pPr>
            <a:lvl6pPr algn="ctr">
              <a:defRPr sz="1800" b="1">
                <a:solidFill>
                  <a:srgbClr val="2B2B2B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defRPr>
            </a:lvl6pPr>
            <a:lvl7pPr algn="ctr">
              <a:defRPr sz="1800" b="1">
                <a:solidFill>
                  <a:srgbClr val="2B2B2B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defRPr>
            </a:lvl7pPr>
            <a:lvl8pPr algn="ctr">
              <a:defRPr sz="1800" b="1">
                <a:solidFill>
                  <a:srgbClr val="2B2B2B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defRPr>
            </a:lvl8pPr>
            <a:lvl9pPr algn="ctr">
              <a:defRPr sz="1800" b="1">
                <a:solidFill>
                  <a:srgbClr val="2B2B2B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defRPr>
            </a:lvl9pPr>
          </a:lstStyle>
          <a:p>
            <a:pPr algn="ctr">
              <a:defRPr sz="1800" b="1">
                <a:solidFill>
                  <a:srgbClr val="2B2B2B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defRPr>
            </a:pPr>
            <a:r>
              <a:rPr sz="1800" b="1">
                <a:solidFill>
                  <a:srgbClr val="2B2B2B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rPr>
              <a:t>摸鱼前辈</a:t>
            </a:r>
            <a:endParaRPr sz="1800" b="1">
              <a:solidFill>
                <a:srgbClr val="2B2B2B"/>
              </a:solidFill>
              <a:latin typeface="Songti SC" panose="02010800040101010101" charset="-122"/>
              <a:ea typeface="Songti SC" panose="02010800040101010101" charset="-122"/>
              <a:cs typeface="Songti SC" panose="02010800040101010101" charset="-122"/>
            </a:endParaRPr>
          </a:p>
        </p:txBody>
      </p:sp>
      <p:sp>
        <p:nvSpPr>
          <p:cNvPr id="13" name="text-47"/>
          <p:cNvSpPr>
            <a:spLocks noGrp="1"/>
          </p:cNvSpPr>
          <p:nvPr/>
        </p:nvSpPr>
        <p:spPr>
          <a:xfrm>
            <a:off x="2819400" y="5181600"/>
            <a:ext cx="21145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65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defPPr>
            <a:lvl1pPr algn="ctr">
              <a:defRPr sz="165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1pPr>
            <a:lvl2pPr algn="ctr">
              <a:defRPr sz="165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2pPr>
            <a:lvl3pPr algn="ctr">
              <a:defRPr sz="165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3pPr>
            <a:lvl4pPr algn="ctr">
              <a:defRPr sz="165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4pPr>
            <a:lvl5pPr algn="ctr">
              <a:defRPr sz="165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5pPr>
            <a:lvl6pPr algn="ctr">
              <a:defRPr sz="165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6pPr>
            <a:lvl7pPr algn="ctr">
              <a:defRPr sz="165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7pPr>
            <a:lvl8pPr algn="ctr">
              <a:defRPr sz="165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8pPr>
            <a:lvl9pPr algn="ctr">
              <a:defRPr sz="165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9pPr>
          </a:lstStyle>
          <a:p>
            <a:pPr algn="ctr">
              <a:defRPr sz="165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pPr>
            <a:r>
              <a:rPr sz="165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rPr>
              <a:t>慵懒但懂行</a:t>
            </a:r>
            <a:endParaRPr sz="1650" b="0">
              <a:solidFill>
                <a:srgbClr val="85765C"/>
              </a:solidFill>
              <a:latin typeface="Heiti TC" panose="02000000000000000000" charset="-122"/>
              <a:ea typeface="Heiti TC" panose="02000000000000000000" charset="-122"/>
              <a:cs typeface="Heiti TC" panose="02000000000000000000" charset="-122"/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8250" y="2238375"/>
            <a:ext cx="2114550" cy="2114550"/>
          </a:xfrm>
          <a:prstGeom prst="rect">
            <a:avLst/>
          </a:prstGeom>
        </p:spPr>
      </p:pic>
      <p:sp>
        <p:nvSpPr>
          <p:cNvPr id="15" name="text-48"/>
          <p:cNvSpPr>
            <a:spLocks noGrp="1"/>
          </p:cNvSpPr>
          <p:nvPr/>
        </p:nvSpPr>
        <p:spPr>
          <a:xfrm>
            <a:off x="5048250" y="4714875"/>
            <a:ext cx="21145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800" b="1">
                <a:solidFill>
                  <a:srgbClr val="2B2B2B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defRPr>
            </a:defPPr>
            <a:lvl1pPr algn="ctr">
              <a:defRPr sz="1800" b="1">
                <a:solidFill>
                  <a:srgbClr val="2B2B2B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defRPr>
            </a:lvl1pPr>
            <a:lvl2pPr algn="ctr">
              <a:defRPr sz="1800" b="1">
                <a:solidFill>
                  <a:srgbClr val="2B2B2B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defRPr>
            </a:lvl2pPr>
            <a:lvl3pPr algn="ctr">
              <a:defRPr sz="1800" b="1">
                <a:solidFill>
                  <a:srgbClr val="2B2B2B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defRPr>
            </a:lvl3pPr>
            <a:lvl4pPr algn="ctr">
              <a:defRPr sz="1800" b="1">
                <a:solidFill>
                  <a:srgbClr val="2B2B2B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defRPr>
            </a:lvl4pPr>
            <a:lvl5pPr algn="ctr">
              <a:defRPr sz="1800" b="1">
                <a:solidFill>
                  <a:srgbClr val="2B2B2B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defRPr>
            </a:lvl5pPr>
            <a:lvl6pPr algn="ctr">
              <a:defRPr sz="1800" b="1">
                <a:solidFill>
                  <a:srgbClr val="2B2B2B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defRPr>
            </a:lvl6pPr>
            <a:lvl7pPr algn="ctr">
              <a:defRPr sz="1800" b="1">
                <a:solidFill>
                  <a:srgbClr val="2B2B2B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defRPr>
            </a:lvl7pPr>
            <a:lvl8pPr algn="ctr">
              <a:defRPr sz="1800" b="1">
                <a:solidFill>
                  <a:srgbClr val="2B2B2B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defRPr>
            </a:lvl8pPr>
            <a:lvl9pPr algn="ctr">
              <a:defRPr sz="1800" b="1">
                <a:solidFill>
                  <a:srgbClr val="2B2B2B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defRPr>
            </a:lvl9pPr>
          </a:lstStyle>
          <a:p>
            <a:pPr algn="ctr">
              <a:defRPr sz="1800" b="1">
                <a:solidFill>
                  <a:srgbClr val="2B2B2B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defRPr>
            </a:pPr>
            <a:r>
              <a:rPr sz="1800" b="1">
                <a:solidFill>
                  <a:srgbClr val="2B2B2B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rPr>
              <a:t>玄学观面师</a:t>
            </a:r>
            <a:endParaRPr sz="1800" b="1">
              <a:solidFill>
                <a:srgbClr val="2B2B2B"/>
              </a:solidFill>
              <a:latin typeface="Songti SC" panose="02010800040101010101" charset="-122"/>
              <a:ea typeface="Songti SC" panose="02010800040101010101" charset="-122"/>
              <a:cs typeface="Songti SC" panose="02010800040101010101" charset="-122"/>
            </a:endParaRPr>
          </a:p>
        </p:txBody>
      </p:sp>
      <p:sp>
        <p:nvSpPr>
          <p:cNvPr id="16" name="text-49"/>
          <p:cNvSpPr>
            <a:spLocks noGrp="1"/>
          </p:cNvSpPr>
          <p:nvPr/>
        </p:nvSpPr>
        <p:spPr>
          <a:xfrm>
            <a:off x="5048250" y="5181600"/>
            <a:ext cx="21145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65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defPPr>
            <a:lvl1pPr algn="ctr">
              <a:defRPr sz="165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1pPr>
            <a:lvl2pPr algn="ctr">
              <a:defRPr sz="165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2pPr>
            <a:lvl3pPr algn="ctr">
              <a:defRPr sz="165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3pPr>
            <a:lvl4pPr algn="ctr">
              <a:defRPr sz="165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4pPr>
            <a:lvl5pPr algn="ctr">
              <a:defRPr sz="165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5pPr>
            <a:lvl6pPr algn="ctr">
              <a:defRPr sz="165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6pPr>
            <a:lvl7pPr algn="ctr">
              <a:defRPr sz="165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7pPr>
            <a:lvl8pPr algn="ctr">
              <a:defRPr sz="165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8pPr>
            <a:lvl9pPr algn="ctr">
              <a:defRPr sz="165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9pPr>
          </a:lstStyle>
          <a:p>
            <a:pPr algn="ctr">
              <a:defRPr sz="165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pPr>
            <a:r>
              <a:rPr sz="165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rPr>
              <a:t>签文聊岗位</a:t>
            </a:r>
            <a:endParaRPr sz="1650" b="0">
              <a:solidFill>
                <a:srgbClr val="85765C"/>
              </a:solidFill>
              <a:latin typeface="Heiti TC" panose="02000000000000000000" charset="-122"/>
              <a:ea typeface="Heiti TC" panose="02000000000000000000" charset="-122"/>
              <a:cs typeface="Heiti TC" panose="02000000000000000000" charset="-122"/>
            </a:endParaRPr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77100" y="2238375"/>
            <a:ext cx="2114550" cy="2114550"/>
          </a:xfrm>
          <a:prstGeom prst="rect">
            <a:avLst/>
          </a:prstGeom>
        </p:spPr>
      </p:pic>
      <p:sp>
        <p:nvSpPr>
          <p:cNvPr id="18" name="text-50"/>
          <p:cNvSpPr>
            <a:spLocks noGrp="1"/>
          </p:cNvSpPr>
          <p:nvPr/>
        </p:nvSpPr>
        <p:spPr>
          <a:xfrm>
            <a:off x="7277100" y="4714875"/>
            <a:ext cx="21145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800" b="1">
                <a:solidFill>
                  <a:srgbClr val="2B2B2B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defRPr>
            </a:defPPr>
            <a:lvl1pPr algn="ctr">
              <a:defRPr sz="1800" b="1">
                <a:solidFill>
                  <a:srgbClr val="2B2B2B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defRPr>
            </a:lvl1pPr>
            <a:lvl2pPr algn="ctr">
              <a:defRPr sz="1800" b="1">
                <a:solidFill>
                  <a:srgbClr val="2B2B2B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defRPr>
            </a:lvl2pPr>
            <a:lvl3pPr algn="ctr">
              <a:defRPr sz="1800" b="1">
                <a:solidFill>
                  <a:srgbClr val="2B2B2B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defRPr>
            </a:lvl3pPr>
            <a:lvl4pPr algn="ctr">
              <a:defRPr sz="1800" b="1">
                <a:solidFill>
                  <a:srgbClr val="2B2B2B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defRPr>
            </a:lvl4pPr>
            <a:lvl5pPr algn="ctr">
              <a:defRPr sz="1800" b="1">
                <a:solidFill>
                  <a:srgbClr val="2B2B2B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defRPr>
            </a:lvl5pPr>
            <a:lvl6pPr algn="ctr">
              <a:defRPr sz="1800" b="1">
                <a:solidFill>
                  <a:srgbClr val="2B2B2B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defRPr>
            </a:lvl6pPr>
            <a:lvl7pPr algn="ctr">
              <a:defRPr sz="1800" b="1">
                <a:solidFill>
                  <a:srgbClr val="2B2B2B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defRPr>
            </a:lvl7pPr>
            <a:lvl8pPr algn="ctr">
              <a:defRPr sz="1800" b="1">
                <a:solidFill>
                  <a:srgbClr val="2B2B2B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defRPr>
            </a:lvl8pPr>
            <a:lvl9pPr algn="ctr">
              <a:defRPr sz="1800" b="1">
                <a:solidFill>
                  <a:srgbClr val="2B2B2B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defRPr>
            </a:lvl9pPr>
          </a:lstStyle>
          <a:p>
            <a:pPr algn="ctr">
              <a:defRPr sz="1800" b="1">
                <a:solidFill>
                  <a:srgbClr val="2B2B2B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defRPr>
            </a:pPr>
            <a:r>
              <a:rPr sz="1800" b="1">
                <a:solidFill>
                  <a:srgbClr val="2B2B2B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rPr>
              <a:t>emo 诗人 HR</a:t>
            </a:r>
            <a:endParaRPr sz="1800" b="1">
              <a:solidFill>
                <a:srgbClr val="2B2B2B"/>
              </a:solidFill>
              <a:latin typeface="Songti SC" panose="02010800040101010101" charset="-122"/>
              <a:ea typeface="Songti SC" panose="02010800040101010101" charset="-122"/>
              <a:cs typeface="Songti SC" panose="02010800040101010101" charset="-122"/>
            </a:endParaRPr>
          </a:p>
        </p:txBody>
      </p:sp>
      <p:sp>
        <p:nvSpPr>
          <p:cNvPr id="19" name="text-51"/>
          <p:cNvSpPr>
            <a:spLocks noGrp="1"/>
          </p:cNvSpPr>
          <p:nvPr/>
        </p:nvSpPr>
        <p:spPr>
          <a:xfrm>
            <a:off x="7277100" y="5181600"/>
            <a:ext cx="21145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65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defPPr>
            <a:lvl1pPr algn="ctr">
              <a:defRPr sz="165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1pPr>
            <a:lvl2pPr algn="ctr">
              <a:defRPr sz="165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2pPr>
            <a:lvl3pPr algn="ctr">
              <a:defRPr sz="165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3pPr>
            <a:lvl4pPr algn="ctr">
              <a:defRPr sz="165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4pPr>
            <a:lvl5pPr algn="ctr">
              <a:defRPr sz="165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5pPr>
            <a:lvl6pPr algn="ctr">
              <a:defRPr sz="165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6pPr>
            <a:lvl7pPr algn="ctr">
              <a:defRPr sz="165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7pPr>
            <a:lvl8pPr algn="ctr">
              <a:defRPr sz="165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8pPr>
            <a:lvl9pPr algn="ctr">
              <a:defRPr sz="165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9pPr>
          </a:lstStyle>
          <a:p>
            <a:pPr algn="ctr">
              <a:defRPr sz="165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pPr>
            <a:r>
              <a:rPr sz="165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rPr>
              <a:t>共情后追问</a:t>
            </a:r>
            <a:endParaRPr sz="1650" b="0">
              <a:solidFill>
                <a:srgbClr val="85765C"/>
              </a:solidFill>
              <a:latin typeface="Heiti TC" panose="02000000000000000000" charset="-122"/>
              <a:ea typeface="Heiti TC" panose="02000000000000000000" charset="-122"/>
              <a:cs typeface="Heiti TC" panose="02000000000000000000" charset="-122"/>
            </a:endParaRPr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05950" y="2238375"/>
            <a:ext cx="2114550" cy="2114550"/>
          </a:xfrm>
          <a:prstGeom prst="rect">
            <a:avLst/>
          </a:prstGeom>
        </p:spPr>
      </p:pic>
      <p:sp>
        <p:nvSpPr>
          <p:cNvPr id="21" name="text-52"/>
          <p:cNvSpPr>
            <a:spLocks noGrp="1"/>
          </p:cNvSpPr>
          <p:nvPr/>
        </p:nvSpPr>
        <p:spPr>
          <a:xfrm>
            <a:off x="9505950" y="4714875"/>
            <a:ext cx="21145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800" b="1">
                <a:solidFill>
                  <a:srgbClr val="2B2B2B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defRPr>
            </a:defPPr>
            <a:lvl1pPr algn="ctr">
              <a:defRPr sz="1800" b="1">
                <a:solidFill>
                  <a:srgbClr val="2B2B2B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defRPr>
            </a:lvl1pPr>
            <a:lvl2pPr algn="ctr">
              <a:defRPr sz="1800" b="1">
                <a:solidFill>
                  <a:srgbClr val="2B2B2B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defRPr>
            </a:lvl2pPr>
            <a:lvl3pPr algn="ctr">
              <a:defRPr sz="1800" b="1">
                <a:solidFill>
                  <a:srgbClr val="2B2B2B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defRPr>
            </a:lvl3pPr>
            <a:lvl4pPr algn="ctr">
              <a:defRPr sz="1800" b="1">
                <a:solidFill>
                  <a:srgbClr val="2B2B2B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defRPr>
            </a:lvl4pPr>
            <a:lvl5pPr algn="ctr">
              <a:defRPr sz="1800" b="1">
                <a:solidFill>
                  <a:srgbClr val="2B2B2B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defRPr>
            </a:lvl5pPr>
            <a:lvl6pPr algn="ctr">
              <a:defRPr sz="1800" b="1">
                <a:solidFill>
                  <a:srgbClr val="2B2B2B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defRPr>
            </a:lvl6pPr>
            <a:lvl7pPr algn="ctr">
              <a:defRPr sz="1800" b="1">
                <a:solidFill>
                  <a:srgbClr val="2B2B2B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defRPr>
            </a:lvl7pPr>
            <a:lvl8pPr algn="ctr">
              <a:defRPr sz="1800" b="1">
                <a:solidFill>
                  <a:srgbClr val="2B2B2B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defRPr>
            </a:lvl8pPr>
            <a:lvl9pPr algn="ctr">
              <a:defRPr sz="1800" b="1">
                <a:solidFill>
                  <a:srgbClr val="2B2B2B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defRPr>
            </a:lvl9pPr>
          </a:lstStyle>
          <a:p>
            <a:pPr algn="ctr">
              <a:defRPr sz="1800" b="1">
                <a:solidFill>
                  <a:srgbClr val="2B2B2B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defRPr>
            </a:pPr>
            <a:r>
              <a:rPr sz="1800" b="1">
                <a:solidFill>
                  <a:srgbClr val="2B2B2B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rPr>
              <a:t>话痨话事人</a:t>
            </a:r>
            <a:endParaRPr sz="1800" b="1">
              <a:solidFill>
                <a:srgbClr val="2B2B2B"/>
              </a:solidFill>
              <a:latin typeface="Songti SC" panose="02010800040101010101" charset="-122"/>
              <a:ea typeface="Songti SC" panose="02010800040101010101" charset="-122"/>
              <a:cs typeface="Songti SC" panose="02010800040101010101" charset="-122"/>
            </a:endParaRPr>
          </a:p>
        </p:txBody>
      </p:sp>
      <p:sp>
        <p:nvSpPr>
          <p:cNvPr id="22" name="text-53"/>
          <p:cNvSpPr>
            <a:spLocks noGrp="1"/>
          </p:cNvSpPr>
          <p:nvPr/>
        </p:nvSpPr>
        <p:spPr>
          <a:xfrm>
            <a:off x="9505950" y="5181600"/>
            <a:ext cx="21145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65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defPPr>
            <a:lvl1pPr algn="ctr">
              <a:defRPr sz="165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1pPr>
            <a:lvl2pPr algn="ctr">
              <a:defRPr sz="165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2pPr>
            <a:lvl3pPr algn="ctr">
              <a:defRPr sz="165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3pPr>
            <a:lvl4pPr algn="ctr">
              <a:defRPr sz="165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4pPr>
            <a:lvl5pPr algn="ctr">
              <a:defRPr sz="165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5pPr>
            <a:lvl6pPr algn="ctr">
              <a:defRPr sz="165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6pPr>
            <a:lvl7pPr algn="ctr">
              <a:defRPr sz="165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7pPr>
            <a:lvl8pPr algn="ctr">
              <a:defRPr sz="165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8pPr>
            <a:lvl9pPr algn="ctr">
              <a:defRPr sz="165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9pPr>
          </a:lstStyle>
          <a:p>
            <a:pPr algn="ctr">
              <a:defRPr sz="165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pPr>
            <a:r>
              <a:rPr sz="165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rPr>
              <a:t>跑题后收回</a:t>
            </a:r>
            <a:endParaRPr sz="1650" b="0">
              <a:solidFill>
                <a:srgbClr val="85765C"/>
              </a:solidFill>
              <a:latin typeface="Heiti TC" panose="02000000000000000000" charset="-122"/>
              <a:ea typeface="Heiti TC" panose="02000000000000000000" charset="-122"/>
              <a:cs typeface="Heiti TC" panose="02000000000000000000" charset="-122"/>
            </a:endParaRPr>
          </a:p>
        </p:txBody>
      </p:sp>
      <p:sp>
        <p:nvSpPr>
          <p:cNvPr id="23" name="text-54"/>
          <p:cNvSpPr>
            <a:spLocks noGrp="1"/>
          </p:cNvSpPr>
          <p:nvPr/>
        </p:nvSpPr>
        <p:spPr>
          <a:xfrm>
            <a:off x="619125" y="5838825"/>
            <a:ext cx="109537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650" b="0">
                <a:solidFill>
                  <a:srgbClr val="B02A1F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defPPr>
            <a:lvl1pPr algn="ctr">
              <a:defRPr sz="1650" b="0">
                <a:solidFill>
                  <a:srgbClr val="B02A1F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1pPr>
            <a:lvl2pPr algn="ctr">
              <a:defRPr sz="1650" b="0">
                <a:solidFill>
                  <a:srgbClr val="B02A1F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2pPr>
            <a:lvl3pPr algn="ctr">
              <a:defRPr sz="1650" b="0">
                <a:solidFill>
                  <a:srgbClr val="B02A1F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3pPr>
            <a:lvl4pPr algn="ctr">
              <a:defRPr sz="1650" b="0">
                <a:solidFill>
                  <a:srgbClr val="B02A1F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4pPr>
            <a:lvl5pPr algn="ctr">
              <a:defRPr sz="1650" b="0">
                <a:solidFill>
                  <a:srgbClr val="B02A1F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5pPr>
            <a:lvl6pPr algn="ctr">
              <a:defRPr sz="1650" b="0">
                <a:solidFill>
                  <a:srgbClr val="B02A1F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6pPr>
            <a:lvl7pPr algn="ctr">
              <a:defRPr sz="1650" b="0">
                <a:solidFill>
                  <a:srgbClr val="B02A1F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7pPr>
            <a:lvl8pPr algn="ctr">
              <a:defRPr sz="1650" b="0">
                <a:solidFill>
                  <a:srgbClr val="B02A1F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8pPr>
            <a:lvl9pPr algn="ctr">
              <a:defRPr sz="1650" b="0">
                <a:solidFill>
                  <a:srgbClr val="B02A1F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9pPr>
          </a:lstStyle>
          <a:p>
            <a:pPr algn="ctr">
              <a:defRPr sz="1650" b="0">
                <a:solidFill>
                  <a:srgbClr val="B02A1F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pPr>
            <a:r>
              <a:rPr sz="1650" b="0">
                <a:solidFill>
                  <a:srgbClr val="B02A1F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rPr>
              <a:t>岗位示例：摸鱼艺术家  /  食堂品鉴师  /  早八勇士  /  图书馆占座专家</a:t>
            </a:r>
            <a:endParaRPr sz="1650" b="0">
              <a:solidFill>
                <a:srgbClr val="B02A1F"/>
              </a:solidFill>
              <a:latin typeface="Heiti TC" panose="02000000000000000000" charset="-122"/>
              <a:ea typeface="Heiti TC" panose="02000000000000000000" charset="-122"/>
              <a:cs typeface="Heiti TC" panose="02000000000000000000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7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5" name="text-55"/>
          <p:cNvSpPr>
            <a:spLocks noGrp="1"/>
          </p:cNvSpPr>
          <p:nvPr/>
        </p:nvSpPr>
        <p:spPr>
          <a:xfrm>
            <a:off x="609600" y="285750"/>
            <a:ext cx="63817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200" b="0">
                <a:solidFill>
                  <a:srgbClr val="CABFA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 algn="l">
              <a:defRPr sz="1200" b="0">
                <a:solidFill>
                  <a:srgbClr val="CABFA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 algn="l">
              <a:defRPr sz="1200" b="0">
                <a:solidFill>
                  <a:srgbClr val="CABFA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 algn="l">
              <a:defRPr sz="1200" b="0">
                <a:solidFill>
                  <a:srgbClr val="CABFA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 algn="l">
              <a:defRPr sz="1200" b="0">
                <a:solidFill>
                  <a:srgbClr val="CABFA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 algn="l">
              <a:defRPr sz="1200" b="0">
                <a:solidFill>
                  <a:srgbClr val="CABFA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 algn="l">
              <a:defRPr sz="1200" b="0">
                <a:solidFill>
                  <a:srgbClr val="CABFA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 algn="l">
              <a:defRPr sz="1200" b="0">
                <a:solidFill>
                  <a:srgbClr val="CABFA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 algn="l">
              <a:defRPr sz="1200" b="0">
                <a:solidFill>
                  <a:srgbClr val="CABFA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 algn="l">
              <a:defRPr sz="1200" b="0">
                <a:solidFill>
                  <a:srgbClr val="CABFA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 algn="l">
              <a:defRPr sz="1200" b="0">
                <a:solidFill>
                  <a:srgbClr val="CABFA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00" b="0">
                <a:solidFill>
                  <a:srgbClr val="CABFA7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OFFER 大作战 · 校园人事部</a:t>
            </a:r>
            <a:endParaRPr sz="1200" b="0">
              <a:solidFill>
                <a:srgbClr val="CABFA7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" name="text-56"/>
          <p:cNvSpPr>
            <a:spLocks noGrp="1"/>
          </p:cNvSpPr>
          <p:nvPr/>
        </p:nvSpPr>
        <p:spPr>
          <a:xfrm>
            <a:off x="9144000" y="285750"/>
            <a:ext cx="24384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200" b="0">
                <a:solidFill>
                  <a:srgbClr val="CABFA7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defPPr>
            <a:lvl1pPr algn="r">
              <a:defRPr sz="1200" b="0">
                <a:solidFill>
                  <a:srgbClr val="CABFA7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1pPr>
            <a:lvl2pPr algn="r">
              <a:defRPr sz="1200" b="0">
                <a:solidFill>
                  <a:srgbClr val="CABFA7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2pPr>
            <a:lvl3pPr algn="r">
              <a:defRPr sz="1200" b="0">
                <a:solidFill>
                  <a:srgbClr val="CABFA7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3pPr>
            <a:lvl4pPr algn="r">
              <a:defRPr sz="1200" b="0">
                <a:solidFill>
                  <a:srgbClr val="CABFA7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4pPr>
            <a:lvl5pPr algn="r">
              <a:defRPr sz="1200" b="0">
                <a:solidFill>
                  <a:srgbClr val="CABFA7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5pPr>
            <a:lvl6pPr algn="r">
              <a:defRPr sz="1200" b="0">
                <a:solidFill>
                  <a:srgbClr val="CABFA7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6pPr>
            <a:lvl7pPr algn="r">
              <a:defRPr sz="1200" b="0">
                <a:solidFill>
                  <a:srgbClr val="CABFA7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7pPr>
            <a:lvl8pPr algn="r">
              <a:defRPr sz="1200" b="0">
                <a:solidFill>
                  <a:srgbClr val="CABFA7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8pPr>
            <a:lvl9pPr algn="r">
              <a:defRPr sz="1200" b="0">
                <a:solidFill>
                  <a:srgbClr val="CABFA7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9pPr>
          </a:lstStyle>
          <a:p>
            <a:pPr algn="r">
              <a:defRPr sz="1200" b="0">
                <a:solidFill>
                  <a:srgbClr val="CABFA7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pPr>
            <a:r>
              <a:rPr sz="1200" b="0">
                <a:solidFill>
                  <a:srgbClr val="CABFA7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rPr>
              <a:t>多模态体验</a:t>
            </a:r>
            <a:endParaRPr sz="1200" b="0">
              <a:solidFill>
                <a:srgbClr val="CABFA7"/>
              </a:solidFill>
              <a:latin typeface="Heiti TC" panose="02000000000000000000" charset="-122"/>
              <a:ea typeface="Heiti TC" panose="02000000000000000000" charset="-122"/>
              <a:cs typeface="Heiti TC" panose="02000000000000000000" charset="-122"/>
            </a:endParaRPr>
          </a:p>
        </p:txBody>
      </p:sp>
      <p:sp>
        <p:nvSpPr>
          <p:cNvPr id="3" name="rule-57"/>
          <p:cNvSpPr>
            <a:spLocks noGrp="1"/>
          </p:cNvSpPr>
          <p:nvPr/>
        </p:nvSpPr>
        <p:spPr>
          <a:xfrm>
            <a:off x="609600" y="723900"/>
            <a:ext cx="10972800" cy="0"/>
          </a:xfrm>
          <a:prstGeom prst="line">
            <a:avLst/>
          </a:prstGeom>
          <a:noFill/>
          <a:ln w="14288">
            <a:solidFill>
              <a:srgbClr val="776D59"/>
            </a:solidFill>
            <a:prstDash val="solid"/>
          </a:ln>
        </p:spPr>
      </p:sp>
      <p:sp>
        <p:nvSpPr>
          <p:cNvPr id="4" name="slide-5-title"/>
          <p:cNvSpPr>
            <a:spLocks noGrp="1"/>
          </p:cNvSpPr>
          <p:nvPr/>
        </p:nvSpPr>
        <p:spPr>
          <a:xfrm>
            <a:off x="609600" y="1000125"/>
            <a:ext cx="109728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300" b="1">
                <a:solidFill>
                  <a:srgbClr val="F7EFDE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defRPr>
            </a:defPPr>
            <a:lvl1pPr algn="l">
              <a:defRPr sz="3300" b="1">
                <a:solidFill>
                  <a:srgbClr val="F7EFDE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defRPr>
            </a:lvl1pPr>
            <a:lvl2pPr algn="l">
              <a:defRPr sz="3300" b="1">
                <a:solidFill>
                  <a:srgbClr val="F7EFDE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defRPr>
            </a:lvl2pPr>
            <a:lvl3pPr algn="l">
              <a:defRPr sz="3300" b="1">
                <a:solidFill>
                  <a:srgbClr val="F7EFDE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defRPr>
            </a:lvl3pPr>
            <a:lvl4pPr algn="l">
              <a:defRPr sz="3300" b="1">
                <a:solidFill>
                  <a:srgbClr val="F7EFDE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defRPr>
            </a:lvl4pPr>
            <a:lvl5pPr algn="l">
              <a:defRPr sz="3300" b="1">
                <a:solidFill>
                  <a:srgbClr val="F7EFDE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defRPr>
            </a:lvl5pPr>
            <a:lvl6pPr algn="l">
              <a:defRPr sz="3300" b="1">
                <a:solidFill>
                  <a:srgbClr val="F7EFDE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defRPr>
            </a:lvl6pPr>
            <a:lvl7pPr algn="l">
              <a:defRPr sz="3300" b="1">
                <a:solidFill>
                  <a:srgbClr val="F7EFDE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defRPr>
            </a:lvl7pPr>
            <a:lvl8pPr algn="l">
              <a:defRPr sz="3300" b="1">
                <a:solidFill>
                  <a:srgbClr val="F7EFDE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defRPr>
            </a:lvl8pPr>
            <a:lvl9pPr algn="l">
              <a:defRPr sz="3300" b="1">
                <a:solidFill>
                  <a:srgbClr val="F7EFDE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defRPr>
            </a:lvl9pPr>
          </a:lstStyle>
          <a:p>
            <a:pPr algn="l">
              <a:defRPr sz="3300" b="1">
                <a:solidFill>
                  <a:srgbClr val="F7EFDE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defRPr>
            </a:pPr>
            <a:r>
              <a:rPr sz="3300" b="1">
                <a:solidFill>
                  <a:srgbClr val="F7EFDE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rPr>
              <a:t>视频面试采用回合式语音交互</a:t>
            </a:r>
            <a:endParaRPr sz="3300" b="1">
              <a:solidFill>
                <a:srgbClr val="F7EFDE"/>
              </a:solidFill>
              <a:latin typeface="Songti SC" panose="02010800040101010101" charset="-122"/>
              <a:ea typeface="Songti SC" panose="02010800040101010101" charset="-122"/>
              <a:cs typeface="Songti SC" panose="02010800040101010101" charset="-122"/>
            </a:endParaRPr>
          </a:p>
        </p:txBody>
      </p:sp>
      <p:sp>
        <p:nvSpPr>
          <p:cNvPr id="5" name="rule-58"/>
          <p:cNvSpPr>
            <a:spLocks noGrp="1"/>
          </p:cNvSpPr>
          <p:nvPr/>
        </p:nvSpPr>
        <p:spPr>
          <a:xfrm>
            <a:off x="609600" y="6372225"/>
            <a:ext cx="10972800" cy="0"/>
          </a:xfrm>
          <a:prstGeom prst="line">
            <a:avLst/>
          </a:prstGeom>
          <a:noFill/>
          <a:ln w="9525">
            <a:solidFill>
              <a:srgbClr val="776D59"/>
            </a:solidFill>
            <a:prstDash val="solid"/>
          </a:ln>
        </p:spPr>
      </p:sp>
      <p:sp>
        <p:nvSpPr>
          <p:cNvPr id="6" name="text-59"/>
          <p:cNvSpPr>
            <a:spLocks noGrp="1"/>
          </p:cNvSpPr>
          <p:nvPr/>
        </p:nvSpPr>
        <p:spPr>
          <a:xfrm>
            <a:off x="609600" y="6496050"/>
            <a:ext cx="71437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CABFA7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defPPr>
            <a:lvl1pPr algn="l">
              <a:defRPr sz="1125" b="0">
                <a:solidFill>
                  <a:srgbClr val="CABFA7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1pPr>
            <a:lvl2pPr algn="l">
              <a:defRPr sz="1125" b="0">
                <a:solidFill>
                  <a:srgbClr val="CABFA7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2pPr>
            <a:lvl3pPr algn="l">
              <a:defRPr sz="1125" b="0">
                <a:solidFill>
                  <a:srgbClr val="CABFA7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3pPr>
            <a:lvl4pPr algn="l">
              <a:defRPr sz="1125" b="0">
                <a:solidFill>
                  <a:srgbClr val="CABFA7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4pPr>
            <a:lvl5pPr algn="l">
              <a:defRPr sz="1125" b="0">
                <a:solidFill>
                  <a:srgbClr val="CABFA7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5pPr>
            <a:lvl6pPr algn="l">
              <a:defRPr sz="1125" b="0">
                <a:solidFill>
                  <a:srgbClr val="CABFA7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6pPr>
            <a:lvl7pPr algn="l">
              <a:defRPr sz="1125" b="0">
                <a:solidFill>
                  <a:srgbClr val="CABFA7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7pPr>
            <a:lvl8pPr algn="l">
              <a:defRPr sz="1125" b="0">
                <a:solidFill>
                  <a:srgbClr val="CABFA7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8pPr>
            <a:lvl9pPr algn="l">
              <a:defRPr sz="1125" b="0">
                <a:solidFill>
                  <a:srgbClr val="CABFA7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9pPr>
          </a:lstStyle>
          <a:p>
            <a:pPr algn="l">
              <a:defRPr sz="1125" b="0">
                <a:solidFill>
                  <a:srgbClr val="CABFA7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pPr>
            <a:r>
              <a:rPr sz="1125" b="0">
                <a:solidFill>
                  <a:srgbClr val="CABFA7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rPr>
              <a:t>有请下一队  /  黄淮学院</a:t>
            </a:r>
            <a:endParaRPr sz="1125" b="0">
              <a:solidFill>
                <a:srgbClr val="CABFA7"/>
              </a:solidFill>
              <a:latin typeface="Heiti TC" panose="02000000000000000000" charset="-122"/>
              <a:ea typeface="Heiti TC" panose="02000000000000000000" charset="-122"/>
              <a:cs typeface="Heiti TC" panose="02000000000000000000" charset="-122"/>
            </a:endParaRPr>
          </a:p>
        </p:txBody>
      </p:sp>
      <p:sp>
        <p:nvSpPr>
          <p:cNvPr id="7" name="text-60"/>
          <p:cNvSpPr>
            <a:spLocks noGrp="1"/>
          </p:cNvSpPr>
          <p:nvPr/>
        </p:nvSpPr>
        <p:spPr>
          <a:xfrm>
            <a:off x="10334625" y="6496050"/>
            <a:ext cx="1238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125" b="0">
                <a:solidFill>
                  <a:srgbClr val="CABFA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 algn="r">
              <a:defRPr sz="1125" b="0">
                <a:solidFill>
                  <a:srgbClr val="CABFA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 algn="r">
              <a:defRPr sz="1125" b="0">
                <a:solidFill>
                  <a:srgbClr val="CABFA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 algn="r">
              <a:defRPr sz="1125" b="0">
                <a:solidFill>
                  <a:srgbClr val="CABFA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 algn="r">
              <a:defRPr sz="1125" b="0">
                <a:solidFill>
                  <a:srgbClr val="CABFA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 algn="r">
              <a:defRPr sz="1125" b="0">
                <a:solidFill>
                  <a:srgbClr val="CABFA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 algn="r">
              <a:defRPr sz="1125" b="0">
                <a:solidFill>
                  <a:srgbClr val="CABFA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 algn="r">
              <a:defRPr sz="1125" b="0">
                <a:solidFill>
                  <a:srgbClr val="CABFA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 algn="r">
              <a:defRPr sz="1125" b="0">
                <a:solidFill>
                  <a:srgbClr val="CABFA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 algn="r">
              <a:defRPr sz="1125" b="0">
                <a:solidFill>
                  <a:srgbClr val="CABFA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 algn="r">
              <a:defRPr sz="1125" b="0">
                <a:solidFill>
                  <a:srgbClr val="CABFA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125" b="0">
                <a:solidFill>
                  <a:srgbClr val="CABFA7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05 / 12</a:t>
            </a:r>
            <a:endParaRPr sz="1125" b="0">
              <a:solidFill>
                <a:srgbClr val="CABFA7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8650" y="2243138"/>
            <a:ext cx="3124200" cy="3124200"/>
          </a:xfrm>
          <a:prstGeom prst="rect">
            <a:avLst/>
          </a:prstGeom>
        </p:spPr>
      </p:pic>
      <p:sp>
        <p:nvSpPr>
          <p:cNvPr id="9" name="text-61"/>
          <p:cNvSpPr>
            <a:spLocks noGrp="1"/>
          </p:cNvSpPr>
          <p:nvPr/>
        </p:nvSpPr>
        <p:spPr>
          <a:xfrm>
            <a:off x="4419600" y="2095500"/>
            <a:ext cx="68580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1">
                <a:solidFill>
                  <a:srgbClr val="F7EFDE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defPPr>
            <a:lvl1pPr algn="l">
              <a:defRPr sz="2175" b="1">
                <a:solidFill>
                  <a:srgbClr val="F7EFDE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1pPr>
            <a:lvl2pPr algn="l">
              <a:defRPr sz="2175" b="1">
                <a:solidFill>
                  <a:srgbClr val="F7EFDE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2pPr>
            <a:lvl3pPr algn="l">
              <a:defRPr sz="2175" b="1">
                <a:solidFill>
                  <a:srgbClr val="F7EFDE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3pPr>
            <a:lvl4pPr algn="l">
              <a:defRPr sz="2175" b="1">
                <a:solidFill>
                  <a:srgbClr val="F7EFDE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4pPr>
            <a:lvl5pPr algn="l">
              <a:defRPr sz="2175" b="1">
                <a:solidFill>
                  <a:srgbClr val="F7EFDE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5pPr>
            <a:lvl6pPr algn="l">
              <a:defRPr sz="2175" b="1">
                <a:solidFill>
                  <a:srgbClr val="F7EFDE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6pPr>
            <a:lvl7pPr algn="l">
              <a:defRPr sz="2175" b="1">
                <a:solidFill>
                  <a:srgbClr val="F7EFDE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7pPr>
            <a:lvl8pPr algn="l">
              <a:defRPr sz="2175" b="1">
                <a:solidFill>
                  <a:srgbClr val="F7EFDE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8pPr>
            <a:lvl9pPr algn="l">
              <a:defRPr sz="2175" b="1">
                <a:solidFill>
                  <a:srgbClr val="F7EFDE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9pPr>
          </a:lstStyle>
          <a:p>
            <a:pPr algn="l">
              <a:defRPr sz="2175" b="1">
                <a:solidFill>
                  <a:srgbClr val="F7EFDE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pPr>
            <a:r>
              <a:rPr sz="2175" b="1">
                <a:solidFill>
                  <a:srgbClr val="F7EFDE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rPr>
              <a:t>01  站好后再看穿搭</a:t>
            </a:r>
            <a:endParaRPr sz="2175" b="1">
              <a:solidFill>
                <a:srgbClr val="F7EFDE"/>
              </a:solidFill>
              <a:latin typeface="Heiti TC" panose="02000000000000000000" charset="-122"/>
              <a:ea typeface="Heiti TC" panose="02000000000000000000" charset="-122"/>
              <a:cs typeface="Heiti TC" panose="02000000000000000000" charset="-122"/>
            </a:endParaRPr>
          </a:p>
        </p:txBody>
      </p:sp>
      <p:sp>
        <p:nvSpPr>
          <p:cNvPr id="10" name="text-62"/>
          <p:cNvSpPr>
            <a:spLocks noGrp="1"/>
          </p:cNvSpPr>
          <p:nvPr/>
        </p:nvSpPr>
        <p:spPr>
          <a:xfrm>
            <a:off x="4419600" y="2590800"/>
            <a:ext cx="6858000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DDD2BD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defPPr>
            <a:lvl1pPr algn="l">
              <a:defRPr sz="1800" b="0">
                <a:solidFill>
                  <a:srgbClr val="DDD2BD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1pPr>
            <a:lvl2pPr algn="l">
              <a:defRPr sz="1800" b="0">
                <a:solidFill>
                  <a:srgbClr val="DDD2BD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2pPr>
            <a:lvl3pPr algn="l">
              <a:defRPr sz="1800" b="0">
                <a:solidFill>
                  <a:srgbClr val="DDD2BD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3pPr>
            <a:lvl4pPr algn="l">
              <a:defRPr sz="1800" b="0">
                <a:solidFill>
                  <a:srgbClr val="DDD2BD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4pPr>
            <a:lvl5pPr algn="l">
              <a:defRPr sz="1800" b="0">
                <a:solidFill>
                  <a:srgbClr val="DDD2BD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5pPr>
            <a:lvl6pPr algn="l">
              <a:defRPr sz="1800" b="0">
                <a:solidFill>
                  <a:srgbClr val="DDD2BD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6pPr>
            <a:lvl7pPr algn="l">
              <a:defRPr sz="1800" b="0">
                <a:solidFill>
                  <a:srgbClr val="DDD2BD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7pPr>
            <a:lvl8pPr algn="l">
              <a:defRPr sz="1800" b="0">
                <a:solidFill>
                  <a:srgbClr val="DDD2BD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8pPr>
            <a:lvl9pPr algn="l">
              <a:defRPr sz="1800" b="0">
                <a:solidFill>
                  <a:srgbClr val="DDD2BD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9pPr>
          </a:lstStyle>
          <a:p>
            <a:pPr algn="l">
              <a:defRPr sz="1800" b="0">
                <a:solidFill>
                  <a:srgbClr val="DDD2BD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pPr>
            <a:r>
              <a:rPr sz="1800" b="0">
                <a:solidFill>
                  <a:srgbClr val="DDD2BD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rPr>
              <a:t>点击同意后上传一张截图，显示实际衣着观察</a:t>
            </a:r>
            <a:endParaRPr sz="1800" b="0">
              <a:solidFill>
                <a:srgbClr val="DDD2BD"/>
              </a:solidFill>
              <a:latin typeface="Heiti TC" panose="02000000000000000000" charset="-122"/>
              <a:ea typeface="Heiti TC" panose="02000000000000000000" charset="-122"/>
              <a:cs typeface="Heiti TC" panose="02000000000000000000" charset="-122"/>
            </a:endParaRPr>
          </a:p>
        </p:txBody>
      </p:sp>
      <p:sp>
        <p:nvSpPr>
          <p:cNvPr id="11" name="text-63"/>
          <p:cNvSpPr>
            <a:spLocks noGrp="1"/>
          </p:cNvSpPr>
          <p:nvPr/>
        </p:nvSpPr>
        <p:spPr>
          <a:xfrm>
            <a:off x="4419600" y="3419475"/>
            <a:ext cx="68580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1">
                <a:solidFill>
                  <a:srgbClr val="F7EFDE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defPPr>
            <a:lvl1pPr algn="l">
              <a:defRPr sz="2175" b="1">
                <a:solidFill>
                  <a:srgbClr val="F7EFDE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1pPr>
            <a:lvl2pPr algn="l">
              <a:defRPr sz="2175" b="1">
                <a:solidFill>
                  <a:srgbClr val="F7EFDE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2pPr>
            <a:lvl3pPr algn="l">
              <a:defRPr sz="2175" b="1">
                <a:solidFill>
                  <a:srgbClr val="F7EFDE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3pPr>
            <a:lvl4pPr algn="l">
              <a:defRPr sz="2175" b="1">
                <a:solidFill>
                  <a:srgbClr val="F7EFDE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4pPr>
            <a:lvl5pPr algn="l">
              <a:defRPr sz="2175" b="1">
                <a:solidFill>
                  <a:srgbClr val="F7EFDE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5pPr>
            <a:lvl6pPr algn="l">
              <a:defRPr sz="2175" b="1">
                <a:solidFill>
                  <a:srgbClr val="F7EFDE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6pPr>
            <a:lvl7pPr algn="l">
              <a:defRPr sz="2175" b="1">
                <a:solidFill>
                  <a:srgbClr val="F7EFDE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7pPr>
            <a:lvl8pPr algn="l">
              <a:defRPr sz="2175" b="1">
                <a:solidFill>
                  <a:srgbClr val="F7EFDE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8pPr>
            <a:lvl9pPr algn="l">
              <a:defRPr sz="2175" b="1">
                <a:solidFill>
                  <a:srgbClr val="F7EFDE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9pPr>
          </a:lstStyle>
          <a:p>
            <a:pPr algn="l">
              <a:defRPr sz="2175" b="1">
                <a:solidFill>
                  <a:srgbClr val="F7EFDE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pPr>
            <a:r>
              <a:rPr sz="2175" b="1">
                <a:solidFill>
                  <a:srgbClr val="F7EFDE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rPr>
              <a:t>02  由用户控制收声</a:t>
            </a:r>
            <a:endParaRPr sz="2175" b="1">
              <a:solidFill>
                <a:srgbClr val="F7EFDE"/>
              </a:solidFill>
              <a:latin typeface="Heiti TC" panose="02000000000000000000" charset="-122"/>
              <a:ea typeface="Heiti TC" panose="02000000000000000000" charset="-122"/>
              <a:cs typeface="Heiti TC" panose="02000000000000000000" charset="-122"/>
            </a:endParaRPr>
          </a:p>
        </p:txBody>
      </p:sp>
      <p:sp>
        <p:nvSpPr>
          <p:cNvPr id="12" name="text-64"/>
          <p:cNvSpPr>
            <a:spLocks noGrp="1"/>
          </p:cNvSpPr>
          <p:nvPr/>
        </p:nvSpPr>
        <p:spPr>
          <a:xfrm>
            <a:off x="4419600" y="3914775"/>
            <a:ext cx="6858000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DDD2BD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defPPr>
            <a:lvl1pPr algn="l">
              <a:defRPr sz="1800" b="0">
                <a:solidFill>
                  <a:srgbClr val="DDD2BD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1pPr>
            <a:lvl2pPr algn="l">
              <a:defRPr sz="1800" b="0">
                <a:solidFill>
                  <a:srgbClr val="DDD2BD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2pPr>
            <a:lvl3pPr algn="l">
              <a:defRPr sz="1800" b="0">
                <a:solidFill>
                  <a:srgbClr val="DDD2BD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3pPr>
            <a:lvl4pPr algn="l">
              <a:defRPr sz="1800" b="0">
                <a:solidFill>
                  <a:srgbClr val="DDD2BD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4pPr>
            <a:lvl5pPr algn="l">
              <a:defRPr sz="1800" b="0">
                <a:solidFill>
                  <a:srgbClr val="DDD2BD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5pPr>
            <a:lvl6pPr algn="l">
              <a:defRPr sz="1800" b="0">
                <a:solidFill>
                  <a:srgbClr val="DDD2BD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6pPr>
            <a:lvl7pPr algn="l">
              <a:defRPr sz="1800" b="0">
                <a:solidFill>
                  <a:srgbClr val="DDD2BD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7pPr>
            <a:lvl8pPr algn="l">
              <a:defRPr sz="1800" b="0">
                <a:solidFill>
                  <a:srgbClr val="DDD2BD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8pPr>
            <a:lvl9pPr algn="l">
              <a:defRPr sz="1800" b="0">
                <a:solidFill>
                  <a:srgbClr val="DDD2BD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9pPr>
          </a:lstStyle>
          <a:p>
            <a:pPr algn="l">
              <a:defRPr sz="1800" b="0">
                <a:solidFill>
                  <a:srgbClr val="DDD2BD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pPr>
            <a:r>
              <a:rPr sz="1800" b="0">
                <a:solidFill>
                  <a:srgbClr val="DDD2BD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rPr>
              <a:t>解除静音开始录音，再静音结束并识别</a:t>
            </a:r>
            <a:endParaRPr sz="1800" b="0">
              <a:solidFill>
                <a:srgbClr val="DDD2BD"/>
              </a:solidFill>
              <a:latin typeface="Heiti TC" panose="02000000000000000000" charset="-122"/>
              <a:ea typeface="Heiti TC" panose="02000000000000000000" charset="-122"/>
              <a:cs typeface="Heiti TC" panose="02000000000000000000" charset="-122"/>
            </a:endParaRPr>
          </a:p>
        </p:txBody>
      </p:sp>
      <p:sp>
        <p:nvSpPr>
          <p:cNvPr id="13" name="text-65"/>
          <p:cNvSpPr>
            <a:spLocks noGrp="1"/>
          </p:cNvSpPr>
          <p:nvPr/>
        </p:nvSpPr>
        <p:spPr>
          <a:xfrm>
            <a:off x="4419600" y="4743450"/>
            <a:ext cx="68580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1">
                <a:solidFill>
                  <a:srgbClr val="F7EFDE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defPPr>
            <a:lvl1pPr algn="l">
              <a:defRPr sz="2175" b="1">
                <a:solidFill>
                  <a:srgbClr val="F7EFDE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1pPr>
            <a:lvl2pPr algn="l">
              <a:defRPr sz="2175" b="1">
                <a:solidFill>
                  <a:srgbClr val="F7EFDE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2pPr>
            <a:lvl3pPr algn="l">
              <a:defRPr sz="2175" b="1">
                <a:solidFill>
                  <a:srgbClr val="F7EFDE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3pPr>
            <a:lvl4pPr algn="l">
              <a:defRPr sz="2175" b="1">
                <a:solidFill>
                  <a:srgbClr val="F7EFDE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4pPr>
            <a:lvl5pPr algn="l">
              <a:defRPr sz="2175" b="1">
                <a:solidFill>
                  <a:srgbClr val="F7EFDE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5pPr>
            <a:lvl6pPr algn="l">
              <a:defRPr sz="2175" b="1">
                <a:solidFill>
                  <a:srgbClr val="F7EFDE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6pPr>
            <a:lvl7pPr algn="l">
              <a:defRPr sz="2175" b="1">
                <a:solidFill>
                  <a:srgbClr val="F7EFDE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7pPr>
            <a:lvl8pPr algn="l">
              <a:defRPr sz="2175" b="1">
                <a:solidFill>
                  <a:srgbClr val="F7EFDE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8pPr>
            <a:lvl9pPr algn="l">
              <a:defRPr sz="2175" b="1">
                <a:solidFill>
                  <a:srgbClr val="F7EFDE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9pPr>
          </a:lstStyle>
          <a:p>
            <a:pPr algn="l">
              <a:defRPr sz="2175" b="1">
                <a:solidFill>
                  <a:srgbClr val="F7EFDE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pPr>
            <a:r>
              <a:rPr sz="2175" b="1">
                <a:solidFill>
                  <a:srgbClr val="F7EFDE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rPr>
              <a:t>03  校正后发送，再听回复</a:t>
            </a:r>
            <a:endParaRPr sz="2175" b="1">
              <a:solidFill>
                <a:srgbClr val="F7EFDE"/>
              </a:solidFill>
              <a:latin typeface="Heiti TC" panose="02000000000000000000" charset="-122"/>
              <a:ea typeface="Heiti TC" panose="02000000000000000000" charset="-122"/>
              <a:cs typeface="Heiti TC" panose="02000000000000000000" charset="-122"/>
            </a:endParaRPr>
          </a:p>
        </p:txBody>
      </p:sp>
      <p:sp>
        <p:nvSpPr>
          <p:cNvPr id="14" name="text-66"/>
          <p:cNvSpPr>
            <a:spLocks noGrp="1"/>
          </p:cNvSpPr>
          <p:nvPr/>
        </p:nvSpPr>
        <p:spPr>
          <a:xfrm>
            <a:off x="4419600" y="5238750"/>
            <a:ext cx="6858000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DDD2BD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defPPr>
            <a:lvl1pPr algn="l">
              <a:defRPr sz="1800" b="0">
                <a:solidFill>
                  <a:srgbClr val="DDD2BD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1pPr>
            <a:lvl2pPr algn="l">
              <a:defRPr sz="1800" b="0">
                <a:solidFill>
                  <a:srgbClr val="DDD2BD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2pPr>
            <a:lvl3pPr algn="l">
              <a:defRPr sz="1800" b="0">
                <a:solidFill>
                  <a:srgbClr val="DDD2BD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3pPr>
            <a:lvl4pPr algn="l">
              <a:defRPr sz="1800" b="0">
                <a:solidFill>
                  <a:srgbClr val="DDD2BD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4pPr>
            <a:lvl5pPr algn="l">
              <a:defRPr sz="1800" b="0">
                <a:solidFill>
                  <a:srgbClr val="DDD2BD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5pPr>
            <a:lvl6pPr algn="l">
              <a:defRPr sz="1800" b="0">
                <a:solidFill>
                  <a:srgbClr val="DDD2BD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6pPr>
            <a:lvl7pPr algn="l">
              <a:defRPr sz="1800" b="0">
                <a:solidFill>
                  <a:srgbClr val="DDD2BD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7pPr>
            <a:lvl8pPr algn="l">
              <a:defRPr sz="1800" b="0">
                <a:solidFill>
                  <a:srgbClr val="DDD2BD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8pPr>
            <a:lvl9pPr algn="l">
              <a:defRPr sz="1800" b="0">
                <a:solidFill>
                  <a:srgbClr val="DDD2BD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9pPr>
          </a:lstStyle>
          <a:p>
            <a:pPr algn="l">
              <a:defRPr sz="1800" b="0">
                <a:solidFill>
                  <a:srgbClr val="DDD2BD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pPr>
            <a:r>
              <a:rPr sz="1800" b="0">
                <a:solidFill>
                  <a:srgbClr val="DDD2BD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rPr>
              <a:t>识别文字可修改；收尾播放结束后显示录用单</a:t>
            </a:r>
            <a:endParaRPr sz="1800" b="0">
              <a:solidFill>
                <a:srgbClr val="DDD2BD"/>
              </a:solidFill>
              <a:latin typeface="Heiti TC" panose="02000000000000000000" charset="-122"/>
              <a:ea typeface="Heiti TC" panose="02000000000000000000" charset="-122"/>
              <a:cs typeface="Heiti TC" panose="02000000000000000000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EFD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5" name="text-67"/>
          <p:cNvSpPr>
            <a:spLocks noGrp="1"/>
          </p:cNvSpPr>
          <p:nvPr/>
        </p:nvSpPr>
        <p:spPr>
          <a:xfrm>
            <a:off x="609600" y="285750"/>
            <a:ext cx="63817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200" b="0">
                <a:solidFill>
                  <a:srgbClr val="B02A1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 algn="l">
              <a:defRPr sz="1200" b="0">
                <a:solidFill>
                  <a:srgbClr val="B02A1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 algn="l">
              <a:defRPr sz="1200" b="0">
                <a:solidFill>
                  <a:srgbClr val="B02A1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 algn="l">
              <a:defRPr sz="1200" b="0">
                <a:solidFill>
                  <a:srgbClr val="B02A1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 algn="l">
              <a:defRPr sz="1200" b="0">
                <a:solidFill>
                  <a:srgbClr val="B02A1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 algn="l">
              <a:defRPr sz="1200" b="0">
                <a:solidFill>
                  <a:srgbClr val="B02A1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 algn="l">
              <a:defRPr sz="1200" b="0">
                <a:solidFill>
                  <a:srgbClr val="B02A1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 algn="l">
              <a:defRPr sz="1200" b="0">
                <a:solidFill>
                  <a:srgbClr val="B02A1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 algn="l">
              <a:defRPr sz="1200" b="0">
                <a:solidFill>
                  <a:srgbClr val="B02A1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 algn="l">
              <a:defRPr sz="1200" b="0">
                <a:solidFill>
                  <a:srgbClr val="B02A1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 algn="l">
              <a:defRPr sz="1200" b="0">
                <a:solidFill>
                  <a:srgbClr val="B02A1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00" b="0">
                <a:solidFill>
                  <a:srgbClr val="B02A1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OFFER 大作战 · 校园人事部</a:t>
            </a:r>
            <a:endParaRPr sz="1200" b="0">
              <a:solidFill>
                <a:srgbClr val="B02A1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" name="text-68"/>
          <p:cNvSpPr>
            <a:spLocks noGrp="1"/>
          </p:cNvSpPr>
          <p:nvPr/>
        </p:nvSpPr>
        <p:spPr>
          <a:xfrm>
            <a:off x="9144000" y="285750"/>
            <a:ext cx="24384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20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defPPr>
            <a:lvl1pPr algn="r">
              <a:defRPr sz="120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1pPr>
            <a:lvl2pPr algn="r">
              <a:defRPr sz="120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2pPr>
            <a:lvl3pPr algn="r">
              <a:defRPr sz="120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3pPr>
            <a:lvl4pPr algn="r">
              <a:defRPr sz="120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4pPr>
            <a:lvl5pPr algn="r">
              <a:defRPr sz="120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5pPr>
            <a:lvl6pPr algn="r">
              <a:defRPr sz="120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6pPr>
            <a:lvl7pPr algn="r">
              <a:defRPr sz="120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7pPr>
            <a:lvl8pPr algn="r">
              <a:defRPr sz="120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8pPr>
            <a:lvl9pPr algn="r">
              <a:defRPr sz="120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9pPr>
          </a:lstStyle>
          <a:p>
            <a:pPr algn="r">
              <a:defRPr sz="120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pPr>
            <a:r>
              <a:rPr sz="120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rPr>
              <a:t>反转玩法</a:t>
            </a:r>
            <a:endParaRPr sz="1200" b="0">
              <a:solidFill>
                <a:srgbClr val="85765C"/>
              </a:solidFill>
              <a:latin typeface="Heiti TC" panose="02000000000000000000" charset="-122"/>
              <a:ea typeface="Heiti TC" panose="02000000000000000000" charset="-122"/>
              <a:cs typeface="Heiti TC" panose="02000000000000000000" charset="-122"/>
            </a:endParaRPr>
          </a:p>
        </p:txBody>
      </p:sp>
      <p:sp>
        <p:nvSpPr>
          <p:cNvPr id="3" name="rule-69"/>
          <p:cNvSpPr>
            <a:spLocks noGrp="1"/>
          </p:cNvSpPr>
          <p:nvPr/>
        </p:nvSpPr>
        <p:spPr>
          <a:xfrm>
            <a:off x="609600" y="723900"/>
            <a:ext cx="10972800" cy="0"/>
          </a:xfrm>
          <a:prstGeom prst="line">
            <a:avLst/>
          </a:prstGeom>
          <a:noFill/>
          <a:ln w="14288">
            <a:solidFill>
              <a:srgbClr val="2B2B2B"/>
            </a:solidFill>
            <a:prstDash val="solid"/>
          </a:ln>
        </p:spPr>
      </p:sp>
      <p:sp>
        <p:nvSpPr>
          <p:cNvPr id="4" name="slide-6-title"/>
          <p:cNvSpPr>
            <a:spLocks noGrp="1"/>
          </p:cNvSpPr>
          <p:nvPr/>
        </p:nvSpPr>
        <p:spPr>
          <a:xfrm>
            <a:off x="609600" y="1000125"/>
            <a:ext cx="109728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300" b="1">
                <a:solidFill>
                  <a:srgbClr val="2B2B2B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defRPr>
            </a:defPPr>
            <a:lvl1pPr algn="l">
              <a:defRPr sz="3300" b="1">
                <a:solidFill>
                  <a:srgbClr val="2B2B2B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defRPr>
            </a:lvl1pPr>
            <a:lvl2pPr algn="l">
              <a:defRPr sz="3300" b="1">
                <a:solidFill>
                  <a:srgbClr val="2B2B2B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defRPr>
            </a:lvl2pPr>
            <a:lvl3pPr algn="l">
              <a:defRPr sz="3300" b="1">
                <a:solidFill>
                  <a:srgbClr val="2B2B2B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defRPr>
            </a:lvl3pPr>
            <a:lvl4pPr algn="l">
              <a:defRPr sz="3300" b="1">
                <a:solidFill>
                  <a:srgbClr val="2B2B2B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defRPr>
            </a:lvl4pPr>
            <a:lvl5pPr algn="l">
              <a:defRPr sz="3300" b="1">
                <a:solidFill>
                  <a:srgbClr val="2B2B2B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defRPr>
            </a:lvl5pPr>
            <a:lvl6pPr algn="l">
              <a:defRPr sz="3300" b="1">
                <a:solidFill>
                  <a:srgbClr val="2B2B2B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defRPr>
            </a:lvl6pPr>
            <a:lvl7pPr algn="l">
              <a:defRPr sz="3300" b="1">
                <a:solidFill>
                  <a:srgbClr val="2B2B2B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defRPr>
            </a:lvl7pPr>
            <a:lvl8pPr algn="l">
              <a:defRPr sz="3300" b="1">
                <a:solidFill>
                  <a:srgbClr val="2B2B2B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defRPr>
            </a:lvl8pPr>
            <a:lvl9pPr algn="l">
              <a:defRPr sz="3300" b="1">
                <a:solidFill>
                  <a:srgbClr val="2B2B2B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defRPr>
            </a:lvl9pPr>
          </a:lstStyle>
          <a:p>
            <a:pPr algn="l">
              <a:defRPr sz="3300" b="1">
                <a:solidFill>
                  <a:srgbClr val="2B2B2B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defRPr>
            </a:pPr>
            <a:r>
              <a:rPr sz="3300" b="1">
                <a:solidFill>
                  <a:srgbClr val="2B2B2B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rPr>
              <a:t>反转模式：这次由你决定录不录</a:t>
            </a:r>
            <a:endParaRPr sz="3300" b="1">
              <a:solidFill>
                <a:srgbClr val="2B2B2B"/>
              </a:solidFill>
              <a:latin typeface="Songti SC" panose="02010800040101010101" charset="-122"/>
              <a:ea typeface="Songti SC" panose="02010800040101010101" charset="-122"/>
              <a:cs typeface="Songti SC" panose="02010800040101010101" charset="-122"/>
            </a:endParaRPr>
          </a:p>
        </p:txBody>
      </p:sp>
      <p:sp>
        <p:nvSpPr>
          <p:cNvPr id="5" name="rule-70"/>
          <p:cNvSpPr>
            <a:spLocks noGrp="1"/>
          </p:cNvSpPr>
          <p:nvPr/>
        </p:nvSpPr>
        <p:spPr>
          <a:xfrm>
            <a:off x="609600" y="6372225"/>
            <a:ext cx="10972800" cy="0"/>
          </a:xfrm>
          <a:prstGeom prst="line">
            <a:avLst/>
          </a:prstGeom>
          <a:noFill/>
          <a:ln w="9525">
            <a:solidFill>
              <a:srgbClr val="D7CBB3"/>
            </a:solidFill>
            <a:prstDash val="solid"/>
          </a:ln>
        </p:spPr>
      </p:sp>
      <p:sp>
        <p:nvSpPr>
          <p:cNvPr id="6" name="text-71"/>
          <p:cNvSpPr>
            <a:spLocks noGrp="1"/>
          </p:cNvSpPr>
          <p:nvPr/>
        </p:nvSpPr>
        <p:spPr>
          <a:xfrm>
            <a:off x="609600" y="6496050"/>
            <a:ext cx="71437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defPPr>
            <a:lvl1pPr algn="l">
              <a:defRPr sz="1125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1pPr>
            <a:lvl2pPr algn="l">
              <a:defRPr sz="1125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2pPr>
            <a:lvl3pPr algn="l">
              <a:defRPr sz="1125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3pPr>
            <a:lvl4pPr algn="l">
              <a:defRPr sz="1125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4pPr>
            <a:lvl5pPr algn="l">
              <a:defRPr sz="1125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5pPr>
            <a:lvl6pPr algn="l">
              <a:defRPr sz="1125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6pPr>
            <a:lvl7pPr algn="l">
              <a:defRPr sz="1125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7pPr>
            <a:lvl8pPr algn="l">
              <a:defRPr sz="1125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8pPr>
            <a:lvl9pPr algn="l">
              <a:defRPr sz="1125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9pPr>
          </a:lstStyle>
          <a:p>
            <a:pPr algn="l">
              <a:defRPr sz="1125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pPr>
            <a:r>
              <a:rPr sz="1125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rPr>
              <a:t>有请下一队  /  黄淮学院</a:t>
            </a:r>
            <a:endParaRPr sz="1125" b="0">
              <a:solidFill>
                <a:srgbClr val="85765C"/>
              </a:solidFill>
              <a:latin typeface="Heiti TC" panose="02000000000000000000" charset="-122"/>
              <a:ea typeface="Heiti TC" panose="02000000000000000000" charset="-122"/>
              <a:cs typeface="Heiti TC" panose="02000000000000000000" charset="-122"/>
            </a:endParaRPr>
          </a:p>
        </p:txBody>
      </p:sp>
      <p:sp>
        <p:nvSpPr>
          <p:cNvPr id="7" name="text-72"/>
          <p:cNvSpPr>
            <a:spLocks noGrp="1"/>
          </p:cNvSpPr>
          <p:nvPr/>
        </p:nvSpPr>
        <p:spPr>
          <a:xfrm>
            <a:off x="10334625" y="6496050"/>
            <a:ext cx="1238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125" b="0">
                <a:solidFill>
                  <a:srgbClr val="85765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 algn="r">
              <a:defRPr sz="1125" b="0">
                <a:solidFill>
                  <a:srgbClr val="85765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 algn="r">
              <a:defRPr sz="1125" b="0">
                <a:solidFill>
                  <a:srgbClr val="85765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 algn="r">
              <a:defRPr sz="1125" b="0">
                <a:solidFill>
                  <a:srgbClr val="85765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 algn="r">
              <a:defRPr sz="1125" b="0">
                <a:solidFill>
                  <a:srgbClr val="85765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 algn="r">
              <a:defRPr sz="1125" b="0">
                <a:solidFill>
                  <a:srgbClr val="85765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 algn="r">
              <a:defRPr sz="1125" b="0">
                <a:solidFill>
                  <a:srgbClr val="85765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 algn="r">
              <a:defRPr sz="1125" b="0">
                <a:solidFill>
                  <a:srgbClr val="85765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 algn="r">
              <a:defRPr sz="1125" b="0">
                <a:solidFill>
                  <a:srgbClr val="85765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 algn="r">
              <a:defRPr sz="1125" b="0">
                <a:solidFill>
                  <a:srgbClr val="85765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 algn="r">
              <a:defRPr sz="1125" b="0">
                <a:solidFill>
                  <a:srgbClr val="85765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125" b="0">
                <a:solidFill>
                  <a:srgbClr val="85765C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06 / 12</a:t>
            </a:r>
            <a:endParaRPr sz="1125" b="0">
              <a:solidFill>
                <a:srgbClr val="85765C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9556" y="1952625"/>
            <a:ext cx="1901389" cy="4114800"/>
          </a:xfrm>
          <a:prstGeom prst="rect">
            <a:avLst/>
          </a:prstGeom>
        </p:spPr>
      </p:pic>
      <p:sp>
        <p:nvSpPr>
          <p:cNvPr id="9" name="text-73"/>
          <p:cNvSpPr>
            <a:spLocks noGrp="1"/>
          </p:cNvSpPr>
          <p:nvPr/>
        </p:nvSpPr>
        <p:spPr>
          <a:xfrm>
            <a:off x="3990975" y="2162175"/>
            <a:ext cx="72390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850" b="1">
                <a:solidFill>
                  <a:srgbClr val="B02A1F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defRPr>
            </a:defPPr>
            <a:lvl1pPr algn="l">
              <a:defRPr sz="2850" b="1">
                <a:solidFill>
                  <a:srgbClr val="B02A1F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defRPr>
            </a:lvl1pPr>
            <a:lvl2pPr algn="l">
              <a:defRPr sz="2850" b="1">
                <a:solidFill>
                  <a:srgbClr val="B02A1F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defRPr>
            </a:lvl2pPr>
            <a:lvl3pPr algn="l">
              <a:defRPr sz="2850" b="1">
                <a:solidFill>
                  <a:srgbClr val="B02A1F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defRPr>
            </a:lvl3pPr>
            <a:lvl4pPr algn="l">
              <a:defRPr sz="2850" b="1">
                <a:solidFill>
                  <a:srgbClr val="B02A1F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defRPr>
            </a:lvl4pPr>
            <a:lvl5pPr algn="l">
              <a:defRPr sz="2850" b="1">
                <a:solidFill>
                  <a:srgbClr val="B02A1F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defRPr>
            </a:lvl5pPr>
            <a:lvl6pPr algn="l">
              <a:defRPr sz="2850" b="1">
                <a:solidFill>
                  <a:srgbClr val="B02A1F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defRPr>
            </a:lvl6pPr>
            <a:lvl7pPr algn="l">
              <a:defRPr sz="2850" b="1">
                <a:solidFill>
                  <a:srgbClr val="B02A1F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defRPr>
            </a:lvl7pPr>
            <a:lvl8pPr algn="l">
              <a:defRPr sz="2850" b="1">
                <a:solidFill>
                  <a:srgbClr val="B02A1F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defRPr>
            </a:lvl8pPr>
            <a:lvl9pPr algn="l">
              <a:defRPr sz="2850" b="1">
                <a:solidFill>
                  <a:srgbClr val="B02A1F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defRPr>
            </a:lvl9pPr>
          </a:lstStyle>
          <a:p>
            <a:pPr algn="l">
              <a:defRPr sz="2850" b="1">
                <a:solidFill>
                  <a:srgbClr val="B02A1F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defRPr>
            </a:pPr>
            <a:r>
              <a:rPr sz="2850" b="1">
                <a:solidFill>
                  <a:srgbClr val="B02A1F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rPr>
              <a:t>你当面试官，小欧来应聘</a:t>
            </a:r>
            <a:endParaRPr sz="2850" b="1">
              <a:solidFill>
                <a:srgbClr val="B02A1F"/>
              </a:solidFill>
              <a:latin typeface="Songti SC" panose="02010800040101010101" charset="-122"/>
              <a:ea typeface="Songti SC" panose="02010800040101010101" charset="-122"/>
              <a:cs typeface="Songti SC" panose="02010800040101010101" charset="-122"/>
            </a:endParaRPr>
          </a:p>
        </p:txBody>
      </p:sp>
      <p:sp>
        <p:nvSpPr>
          <p:cNvPr id="10" name="text-74"/>
          <p:cNvSpPr>
            <a:spLocks noGrp="1"/>
          </p:cNvSpPr>
          <p:nvPr/>
        </p:nvSpPr>
        <p:spPr>
          <a:xfrm>
            <a:off x="4029075" y="3162300"/>
            <a:ext cx="66675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1">
                <a:solidFill>
                  <a:srgbClr val="2B2B2B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defPPr>
            <a:lvl1pPr algn="l">
              <a:defRPr sz="2175" b="1">
                <a:solidFill>
                  <a:srgbClr val="2B2B2B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1pPr>
            <a:lvl2pPr algn="l">
              <a:defRPr sz="2175" b="1">
                <a:solidFill>
                  <a:srgbClr val="2B2B2B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2pPr>
            <a:lvl3pPr algn="l">
              <a:defRPr sz="2175" b="1">
                <a:solidFill>
                  <a:srgbClr val="2B2B2B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3pPr>
            <a:lvl4pPr algn="l">
              <a:defRPr sz="2175" b="1">
                <a:solidFill>
                  <a:srgbClr val="2B2B2B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4pPr>
            <a:lvl5pPr algn="l">
              <a:defRPr sz="2175" b="1">
                <a:solidFill>
                  <a:srgbClr val="2B2B2B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5pPr>
            <a:lvl6pPr algn="l">
              <a:defRPr sz="2175" b="1">
                <a:solidFill>
                  <a:srgbClr val="2B2B2B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6pPr>
            <a:lvl7pPr algn="l">
              <a:defRPr sz="2175" b="1">
                <a:solidFill>
                  <a:srgbClr val="2B2B2B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7pPr>
            <a:lvl8pPr algn="l">
              <a:defRPr sz="2175" b="1">
                <a:solidFill>
                  <a:srgbClr val="2B2B2B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8pPr>
            <a:lvl9pPr algn="l">
              <a:defRPr sz="2175" b="1">
                <a:solidFill>
                  <a:srgbClr val="2B2B2B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9pPr>
          </a:lstStyle>
          <a:p>
            <a:pPr algn="l">
              <a:defRPr sz="2175" b="1">
                <a:solidFill>
                  <a:srgbClr val="2B2B2B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pPr>
            <a:r>
              <a:rPr sz="2175" b="1">
                <a:solidFill>
                  <a:srgbClr val="2B2B2B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rPr>
              <a:t>用户提问</a:t>
            </a:r>
            <a:endParaRPr sz="2175" b="1">
              <a:solidFill>
                <a:srgbClr val="2B2B2B"/>
              </a:solidFill>
              <a:latin typeface="Heiti TC" panose="02000000000000000000" charset="-122"/>
              <a:ea typeface="Heiti TC" panose="02000000000000000000" charset="-122"/>
              <a:cs typeface="Heiti TC" panose="02000000000000000000" charset="-122"/>
            </a:endParaRPr>
          </a:p>
        </p:txBody>
      </p:sp>
      <p:sp>
        <p:nvSpPr>
          <p:cNvPr id="11" name="text-75"/>
          <p:cNvSpPr>
            <a:spLocks noGrp="1"/>
          </p:cNvSpPr>
          <p:nvPr/>
        </p:nvSpPr>
        <p:spPr>
          <a:xfrm>
            <a:off x="4029075" y="3657600"/>
            <a:ext cx="6667500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defPPr>
            <a:lvl1pPr algn="l">
              <a:defRPr sz="180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1pPr>
            <a:lvl2pPr algn="l">
              <a:defRPr sz="180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2pPr>
            <a:lvl3pPr algn="l">
              <a:defRPr sz="180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3pPr>
            <a:lvl4pPr algn="l">
              <a:defRPr sz="180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4pPr>
            <a:lvl5pPr algn="l">
              <a:defRPr sz="180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5pPr>
            <a:lvl6pPr algn="l">
              <a:defRPr sz="180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6pPr>
            <a:lvl7pPr algn="l">
              <a:defRPr sz="180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7pPr>
            <a:lvl8pPr algn="l">
              <a:defRPr sz="180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8pPr>
            <a:lvl9pPr algn="l">
              <a:defRPr sz="180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9pPr>
          </a:lstStyle>
          <a:p>
            <a:pPr algn="l">
              <a:defRPr sz="180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pPr>
            <a:r>
              <a:rPr sz="180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rPr>
              <a:t>围绕选定岗位自由出题</a:t>
            </a:r>
            <a:endParaRPr sz="1800" b="0">
              <a:solidFill>
                <a:srgbClr val="85765C"/>
              </a:solidFill>
              <a:latin typeface="Heiti TC" panose="02000000000000000000" charset="-122"/>
              <a:ea typeface="Heiti TC" panose="02000000000000000000" charset="-122"/>
              <a:cs typeface="Heiti TC" panose="02000000000000000000" charset="-122"/>
            </a:endParaRPr>
          </a:p>
        </p:txBody>
      </p:sp>
      <p:sp>
        <p:nvSpPr>
          <p:cNvPr id="12" name="text-76"/>
          <p:cNvSpPr>
            <a:spLocks noGrp="1"/>
          </p:cNvSpPr>
          <p:nvPr/>
        </p:nvSpPr>
        <p:spPr>
          <a:xfrm>
            <a:off x="4029075" y="4276725"/>
            <a:ext cx="66675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1">
                <a:solidFill>
                  <a:srgbClr val="2B2B2B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defPPr>
            <a:lvl1pPr algn="l">
              <a:defRPr sz="2175" b="1">
                <a:solidFill>
                  <a:srgbClr val="2B2B2B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1pPr>
            <a:lvl2pPr algn="l">
              <a:defRPr sz="2175" b="1">
                <a:solidFill>
                  <a:srgbClr val="2B2B2B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2pPr>
            <a:lvl3pPr algn="l">
              <a:defRPr sz="2175" b="1">
                <a:solidFill>
                  <a:srgbClr val="2B2B2B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3pPr>
            <a:lvl4pPr algn="l">
              <a:defRPr sz="2175" b="1">
                <a:solidFill>
                  <a:srgbClr val="2B2B2B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4pPr>
            <a:lvl5pPr algn="l">
              <a:defRPr sz="2175" b="1">
                <a:solidFill>
                  <a:srgbClr val="2B2B2B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5pPr>
            <a:lvl6pPr algn="l">
              <a:defRPr sz="2175" b="1">
                <a:solidFill>
                  <a:srgbClr val="2B2B2B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6pPr>
            <a:lvl7pPr algn="l">
              <a:defRPr sz="2175" b="1">
                <a:solidFill>
                  <a:srgbClr val="2B2B2B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7pPr>
            <a:lvl8pPr algn="l">
              <a:defRPr sz="2175" b="1">
                <a:solidFill>
                  <a:srgbClr val="2B2B2B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8pPr>
            <a:lvl9pPr algn="l">
              <a:defRPr sz="2175" b="1">
                <a:solidFill>
                  <a:srgbClr val="2B2B2B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9pPr>
          </a:lstStyle>
          <a:p>
            <a:pPr algn="l">
              <a:defRPr sz="2175" b="1">
                <a:solidFill>
                  <a:srgbClr val="2B2B2B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pPr>
            <a:r>
              <a:rPr sz="2175" b="1">
                <a:solidFill>
                  <a:srgbClr val="2B2B2B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rPr>
              <a:t>AI 应聘者回答</a:t>
            </a:r>
            <a:endParaRPr sz="2175" b="1">
              <a:solidFill>
                <a:srgbClr val="2B2B2B"/>
              </a:solidFill>
              <a:latin typeface="Heiti TC" panose="02000000000000000000" charset="-122"/>
              <a:ea typeface="Heiti TC" panose="02000000000000000000" charset="-122"/>
              <a:cs typeface="Heiti TC" panose="02000000000000000000" charset="-122"/>
            </a:endParaRPr>
          </a:p>
        </p:txBody>
      </p:sp>
      <p:sp>
        <p:nvSpPr>
          <p:cNvPr id="13" name="text-77"/>
          <p:cNvSpPr>
            <a:spLocks noGrp="1"/>
          </p:cNvSpPr>
          <p:nvPr/>
        </p:nvSpPr>
        <p:spPr>
          <a:xfrm>
            <a:off x="4029075" y="4772025"/>
            <a:ext cx="6667500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defPPr>
            <a:lvl1pPr algn="l">
              <a:defRPr sz="180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1pPr>
            <a:lvl2pPr algn="l">
              <a:defRPr sz="180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2pPr>
            <a:lvl3pPr algn="l">
              <a:defRPr sz="180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3pPr>
            <a:lvl4pPr algn="l">
              <a:defRPr sz="180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4pPr>
            <a:lvl5pPr algn="l">
              <a:defRPr sz="180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5pPr>
            <a:lvl6pPr algn="l">
              <a:defRPr sz="180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6pPr>
            <a:lvl7pPr algn="l">
              <a:defRPr sz="180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7pPr>
            <a:lvl8pPr algn="l">
              <a:defRPr sz="180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8pPr>
            <a:lvl9pPr algn="l">
              <a:defRPr sz="180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9pPr>
          </a:lstStyle>
          <a:p>
            <a:pPr algn="l">
              <a:defRPr sz="180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pPr>
            <a:r>
              <a:rPr sz="180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rPr>
              <a:t>使用独立应聘者提示词，简短回应岗位问题</a:t>
            </a:r>
            <a:endParaRPr sz="1800" b="0">
              <a:solidFill>
                <a:srgbClr val="85765C"/>
              </a:solidFill>
              <a:latin typeface="Heiti TC" panose="02000000000000000000" charset="-122"/>
              <a:ea typeface="Heiti TC" panose="02000000000000000000" charset="-122"/>
              <a:cs typeface="Heiti TC" panose="02000000000000000000" charset="-122"/>
            </a:endParaRPr>
          </a:p>
        </p:txBody>
      </p:sp>
      <p:sp>
        <p:nvSpPr>
          <p:cNvPr id="14" name="text-78"/>
          <p:cNvSpPr>
            <a:spLocks noGrp="1"/>
          </p:cNvSpPr>
          <p:nvPr/>
        </p:nvSpPr>
        <p:spPr>
          <a:xfrm>
            <a:off x="4029075" y="5629275"/>
            <a:ext cx="69532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0">
                <a:solidFill>
                  <a:srgbClr val="2B2B2B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defPPr>
            <a:lvl1pPr algn="l">
              <a:defRPr sz="1950" b="0">
                <a:solidFill>
                  <a:srgbClr val="2B2B2B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1pPr>
            <a:lvl2pPr algn="l">
              <a:defRPr sz="1950" b="0">
                <a:solidFill>
                  <a:srgbClr val="2B2B2B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2pPr>
            <a:lvl3pPr algn="l">
              <a:defRPr sz="1950" b="0">
                <a:solidFill>
                  <a:srgbClr val="2B2B2B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3pPr>
            <a:lvl4pPr algn="l">
              <a:defRPr sz="1950" b="0">
                <a:solidFill>
                  <a:srgbClr val="2B2B2B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4pPr>
            <a:lvl5pPr algn="l">
              <a:defRPr sz="1950" b="0">
                <a:solidFill>
                  <a:srgbClr val="2B2B2B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5pPr>
            <a:lvl6pPr algn="l">
              <a:defRPr sz="1950" b="0">
                <a:solidFill>
                  <a:srgbClr val="2B2B2B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6pPr>
            <a:lvl7pPr algn="l">
              <a:defRPr sz="1950" b="0">
                <a:solidFill>
                  <a:srgbClr val="2B2B2B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7pPr>
            <a:lvl8pPr algn="l">
              <a:defRPr sz="1950" b="0">
                <a:solidFill>
                  <a:srgbClr val="2B2B2B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8pPr>
            <a:lvl9pPr algn="l">
              <a:defRPr sz="1950" b="0">
                <a:solidFill>
                  <a:srgbClr val="2B2B2B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9pPr>
          </a:lstStyle>
          <a:p>
            <a:pPr algn="l">
              <a:defRPr sz="1950" b="0">
                <a:solidFill>
                  <a:srgbClr val="2B2B2B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pPr>
            <a:r>
              <a:rPr sz="1950" b="0">
                <a:solidFill>
                  <a:srgbClr val="2B2B2B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rPr>
              <a:t>录取或淘汰后，获得一次角色化反应</a:t>
            </a:r>
            <a:endParaRPr sz="1950" b="0">
              <a:solidFill>
                <a:srgbClr val="2B2B2B"/>
              </a:solidFill>
              <a:latin typeface="Heiti TC" panose="02000000000000000000" charset="-122"/>
              <a:ea typeface="Heiti TC" panose="02000000000000000000" charset="-122"/>
              <a:cs typeface="Heiti TC" panose="02000000000000000000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EFD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9" name="text-79"/>
          <p:cNvSpPr>
            <a:spLocks noGrp="1"/>
          </p:cNvSpPr>
          <p:nvPr/>
        </p:nvSpPr>
        <p:spPr>
          <a:xfrm>
            <a:off x="609600" y="285750"/>
            <a:ext cx="63817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200" b="0">
                <a:solidFill>
                  <a:srgbClr val="B02A1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 algn="l">
              <a:defRPr sz="1200" b="0">
                <a:solidFill>
                  <a:srgbClr val="B02A1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 algn="l">
              <a:defRPr sz="1200" b="0">
                <a:solidFill>
                  <a:srgbClr val="B02A1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 algn="l">
              <a:defRPr sz="1200" b="0">
                <a:solidFill>
                  <a:srgbClr val="B02A1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 algn="l">
              <a:defRPr sz="1200" b="0">
                <a:solidFill>
                  <a:srgbClr val="B02A1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 algn="l">
              <a:defRPr sz="1200" b="0">
                <a:solidFill>
                  <a:srgbClr val="B02A1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 algn="l">
              <a:defRPr sz="1200" b="0">
                <a:solidFill>
                  <a:srgbClr val="B02A1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 algn="l">
              <a:defRPr sz="1200" b="0">
                <a:solidFill>
                  <a:srgbClr val="B02A1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 algn="l">
              <a:defRPr sz="1200" b="0">
                <a:solidFill>
                  <a:srgbClr val="B02A1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 algn="l">
              <a:defRPr sz="1200" b="0">
                <a:solidFill>
                  <a:srgbClr val="B02A1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 algn="l">
              <a:defRPr sz="1200" b="0">
                <a:solidFill>
                  <a:srgbClr val="B02A1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00" b="0">
                <a:solidFill>
                  <a:srgbClr val="B02A1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OFFER 大作战 · 校园人事部</a:t>
            </a:r>
            <a:endParaRPr sz="1200" b="0">
              <a:solidFill>
                <a:srgbClr val="B02A1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" name="text-80"/>
          <p:cNvSpPr>
            <a:spLocks noGrp="1"/>
          </p:cNvSpPr>
          <p:nvPr/>
        </p:nvSpPr>
        <p:spPr>
          <a:xfrm>
            <a:off x="9144000" y="285750"/>
            <a:ext cx="24384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20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defPPr>
            <a:lvl1pPr algn="r">
              <a:defRPr sz="120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1pPr>
            <a:lvl2pPr algn="r">
              <a:defRPr sz="120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2pPr>
            <a:lvl3pPr algn="r">
              <a:defRPr sz="120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3pPr>
            <a:lvl4pPr algn="r">
              <a:defRPr sz="120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4pPr>
            <a:lvl5pPr algn="r">
              <a:defRPr sz="120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5pPr>
            <a:lvl6pPr algn="r">
              <a:defRPr sz="120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6pPr>
            <a:lvl7pPr algn="r">
              <a:defRPr sz="120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7pPr>
            <a:lvl8pPr algn="r">
              <a:defRPr sz="120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8pPr>
            <a:lvl9pPr algn="r">
              <a:defRPr sz="120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9pPr>
          </a:lstStyle>
          <a:p>
            <a:pPr algn="r">
              <a:defRPr sz="120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pPr>
            <a:r>
              <a:rPr sz="120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rPr>
              <a:t>技术实现</a:t>
            </a:r>
            <a:endParaRPr sz="1200" b="0">
              <a:solidFill>
                <a:srgbClr val="85765C"/>
              </a:solidFill>
              <a:latin typeface="Heiti TC" panose="02000000000000000000" charset="-122"/>
              <a:ea typeface="Heiti TC" panose="02000000000000000000" charset="-122"/>
              <a:cs typeface="Heiti TC" panose="02000000000000000000" charset="-122"/>
            </a:endParaRPr>
          </a:p>
        </p:txBody>
      </p:sp>
      <p:sp>
        <p:nvSpPr>
          <p:cNvPr id="3" name="rule-81"/>
          <p:cNvSpPr>
            <a:spLocks noGrp="1"/>
          </p:cNvSpPr>
          <p:nvPr/>
        </p:nvSpPr>
        <p:spPr>
          <a:xfrm>
            <a:off x="609600" y="723900"/>
            <a:ext cx="10972800" cy="0"/>
          </a:xfrm>
          <a:prstGeom prst="line">
            <a:avLst/>
          </a:prstGeom>
          <a:noFill/>
          <a:ln w="14288">
            <a:solidFill>
              <a:srgbClr val="2B2B2B"/>
            </a:solidFill>
            <a:prstDash val="solid"/>
          </a:ln>
        </p:spPr>
      </p:sp>
      <p:sp>
        <p:nvSpPr>
          <p:cNvPr id="4" name="slide-7-title"/>
          <p:cNvSpPr>
            <a:spLocks noGrp="1"/>
          </p:cNvSpPr>
          <p:nvPr/>
        </p:nvSpPr>
        <p:spPr>
          <a:xfrm>
            <a:off x="609600" y="1000125"/>
            <a:ext cx="109728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300" b="1">
                <a:solidFill>
                  <a:srgbClr val="2B2B2B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defRPr>
            </a:defPPr>
            <a:lvl1pPr algn="l">
              <a:defRPr sz="3300" b="1">
                <a:solidFill>
                  <a:srgbClr val="2B2B2B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defRPr>
            </a:lvl1pPr>
            <a:lvl2pPr algn="l">
              <a:defRPr sz="3300" b="1">
                <a:solidFill>
                  <a:srgbClr val="2B2B2B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defRPr>
            </a:lvl2pPr>
            <a:lvl3pPr algn="l">
              <a:defRPr sz="3300" b="1">
                <a:solidFill>
                  <a:srgbClr val="2B2B2B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defRPr>
            </a:lvl3pPr>
            <a:lvl4pPr algn="l">
              <a:defRPr sz="3300" b="1">
                <a:solidFill>
                  <a:srgbClr val="2B2B2B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defRPr>
            </a:lvl4pPr>
            <a:lvl5pPr algn="l">
              <a:defRPr sz="3300" b="1">
                <a:solidFill>
                  <a:srgbClr val="2B2B2B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defRPr>
            </a:lvl5pPr>
            <a:lvl6pPr algn="l">
              <a:defRPr sz="3300" b="1">
                <a:solidFill>
                  <a:srgbClr val="2B2B2B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defRPr>
            </a:lvl6pPr>
            <a:lvl7pPr algn="l">
              <a:defRPr sz="3300" b="1">
                <a:solidFill>
                  <a:srgbClr val="2B2B2B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defRPr>
            </a:lvl7pPr>
            <a:lvl8pPr algn="l">
              <a:defRPr sz="3300" b="1">
                <a:solidFill>
                  <a:srgbClr val="2B2B2B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defRPr>
            </a:lvl8pPr>
            <a:lvl9pPr algn="l">
              <a:defRPr sz="3300" b="1">
                <a:solidFill>
                  <a:srgbClr val="2B2B2B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defRPr>
            </a:lvl9pPr>
          </a:lstStyle>
          <a:p>
            <a:pPr algn="l">
              <a:defRPr sz="3300" b="1">
                <a:solidFill>
                  <a:srgbClr val="2B2B2B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defRPr>
            </a:pPr>
            <a:r>
              <a:rPr sz="3300" b="1">
                <a:solidFill>
                  <a:srgbClr val="2B2B2B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rPr>
              <a:t>同源架构，把流程控制留在后端</a:t>
            </a:r>
            <a:endParaRPr sz="3300" b="1">
              <a:solidFill>
                <a:srgbClr val="2B2B2B"/>
              </a:solidFill>
              <a:latin typeface="Songti SC" panose="02010800040101010101" charset="-122"/>
              <a:ea typeface="Songti SC" panose="02010800040101010101" charset="-122"/>
              <a:cs typeface="Songti SC" panose="02010800040101010101" charset="-122"/>
            </a:endParaRPr>
          </a:p>
        </p:txBody>
      </p:sp>
      <p:sp>
        <p:nvSpPr>
          <p:cNvPr id="5" name="rule-82"/>
          <p:cNvSpPr>
            <a:spLocks noGrp="1"/>
          </p:cNvSpPr>
          <p:nvPr/>
        </p:nvSpPr>
        <p:spPr>
          <a:xfrm>
            <a:off x="609600" y="6372225"/>
            <a:ext cx="10972800" cy="0"/>
          </a:xfrm>
          <a:prstGeom prst="line">
            <a:avLst/>
          </a:prstGeom>
          <a:noFill/>
          <a:ln w="9525">
            <a:solidFill>
              <a:srgbClr val="D7CBB3"/>
            </a:solidFill>
            <a:prstDash val="solid"/>
          </a:ln>
        </p:spPr>
      </p:sp>
      <p:sp>
        <p:nvSpPr>
          <p:cNvPr id="6" name="text-83"/>
          <p:cNvSpPr>
            <a:spLocks noGrp="1"/>
          </p:cNvSpPr>
          <p:nvPr/>
        </p:nvSpPr>
        <p:spPr>
          <a:xfrm>
            <a:off x="609600" y="6496050"/>
            <a:ext cx="71437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defPPr>
            <a:lvl1pPr algn="l">
              <a:defRPr sz="1125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1pPr>
            <a:lvl2pPr algn="l">
              <a:defRPr sz="1125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2pPr>
            <a:lvl3pPr algn="l">
              <a:defRPr sz="1125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3pPr>
            <a:lvl4pPr algn="l">
              <a:defRPr sz="1125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4pPr>
            <a:lvl5pPr algn="l">
              <a:defRPr sz="1125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5pPr>
            <a:lvl6pPr algn="l">
              <a:defRPr sz="1125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6pPr>
            <a:lvl7pPr algn="l">
              <a:defRPr sz="1125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7pPr>
            <a:lvl8pPr algn="l">
              <a:defRPr sz="1125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8pPr>
            <a:lvl9pPr algn="l">
              <a:defRPr sz="1125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9pPr>
          </a:lstStyle>
          <a:p>
            <a:pPr algn="l">
              <a:defRPr sz="1125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pPr>
            <a:r>
              <a:rPr sz="1125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rPr>
              <a:t>有请下一队  /  黄淮学院</a:t>
            </a:r>
            <a:endParaRPr sz="1125" b="0">
              <a:solidFill>
                <a:srgbClr val="85765C"/>
              </a:solidFill>
              <a:latin typeface="Heiti TC" panose="02000000000000000000" charset="-122"/>
              <a:ea typeface="Heiti TC" panose="02000000000000000000" charset="-122"/>
              <a:cs typeface="Heiti TC" panose="02000000000000000000" charset="-122"/>
            </a:endParaRPr>
          </a:p>
        </p:txBody>
      </p:sp>
      <p:sp>
        <p:nvSpPr>
          <p:cNvPr id="7" name="text-84"/>
          <p:cNvSpPr>
            <a:spLocks noGrp="1"/>
          </p:cNvSpPr>
          <p:nvPr/>
        </p:nvSpPr>
        <p:spPr>
          <a:xfrm>
            <a:off x="10334625" y="6496050"/>
            <a:ext cx="1238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125" b="0">
                <a:solidFill>
                  <a:srgbClr val="85765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 algn="r">
              <a:defRPr sz="1125" b="0">
                <a:solidFill>
                  <a:srgbClr val="85765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 algn="r">
              <a:defRPr sz="1125" b="0">
                <a:solidFill>
                  <a:srgbClr val="85765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 algn="r">
              <a:defRPr sz="1125" b="0">
                <a:solidFill>
                  <a:srgbClr val="85765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 algn="r">
              <a:defRPr sz="1125" b="0">
                <a:solidFill>
                  <a:srgbClr val="85765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 algn="r">
              <a:defRPr sz="1125" b="0">
                <a:solidFill>
                  <a:srgbClr val="85765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 algn="r">
              <a:defRPr sz="1125" b="0">
                <a:solidFill>
                  <a:srgbClr val="85765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 algn="r">
              <a:defRPr sz="1125" b="0">
                <a:solidFill>
                  <a:srgbClr val="85765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 algn="r">
              <a:defRPr sz="1125" b="0">
                <a:solidFill>
                  <a:srgbClr val="85765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 algn="r">
              <a:defRPr sz="1125" b="0">
                <a:solidFill>
                  <a:srgbClr val="85765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 algn="r">
              <a:defRPr sz="1125" b="0">
                <a:solidFill>
                  <a:srgbClr val="85765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125" b="0">
                <a:solidFill>
                  <a:srgbClr val="85765C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07 / 12</a:t>
            </a:r>
            <a:endParaRPr sz="1125" b="0">
              <a:solidFill>
                <a:srgbClr val="85765C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8" name="text-85"/>
          <p:cNvSpPr>
            <a:spLocks noGrp="1"/>
          </p:cNvSpPr>
          <p:nvPr/>
        </p:nvSpPr>
        <p:spPr>
          <a:xfrm>
            <a:off x="619125" y="2181225"/>
            <a:ext cx="32385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700" b="1">
                <a:solidFill>
                  <a:srgbClr val="B02A1F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defRPr>
            </a:defPPr>
            <a:lvl1pPr algn="l">
              <a:defRPr sz="2700" b="1">
                <a:solidFill>
                  <a:srgbClr val="B02A1F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defRPr>
            </a:lvl1pPr>
            <a:lvl2pPr algn="l">
              <a:defRPr sz="2700" b="1">
                <a:solidFill>
                  <a:srgbClr val="B02A1F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defRPr>
            </a:lvl2pPr>
            <a:lvl3pPr algn="l">
              <a:defRPr sz="2700" b="1">
                <a:solidFill>
                  <a:srgbClr val="B02A1F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defRPr>
            </a:lvl3pPr>
            <a:lvl4pPr algn="l">
              <a:defRPr sz="2700" b="1">
                <a:solidFill>
                  <a:srgbClr val="B02A1F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defRPr>
            </a:lvl4pPr>
            <a:lvl5pPr algn="l">
              <a:defRPr sz="2700" b="1">
                <a:solidFill>
                  <a:srgbClr val="B02A1F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defRPr>
            </a:lvl5pPr>
            <a:lvl6pPr algn="l">
              <a:defRPr sz="2700" b="1">
                <a:solidFill>
                  <a:srgbClr val="B02A1F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defRPr>
            </a:lvl6pPr>
            <a:lvl7pPr algn="l">
              <a:defRPr sz="2700" b="1">
                <a:solidFill>
                  <a:srgbClr val="B02A1F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defRPr>
            </a:lvl7pPr>
            <a:lvl8pPr algn="l">
              <a:defRPr sz="2700" b="1">
                <a:solidFill>
                  <a:srgbClr val="B02A1F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defRPr>
            </a:lvl8pPr>
            <a:lvl9pPr algn="l">
              <a:defRPr sz="2700" b="1">
                <a:solidFill>
                  <a:srgbClr val="B02A1F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defRPr>
            </a:lvl9pPr>
          </a:lstStyle>
          <a:p>
            <a:pPr algn="l">
              <a:defRPr sz="2700" b="1">
                <a:solidFill>
                  <a:srgbClr val="B02A1F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defRPr>
            </a:pPr>
            <a:r>
              <a:rPr sz="2700" b="1">
                <a:solidFill>
                  <a:srgbClr val="B02A1F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rPr>
              <a:t>浏览器交互</a:t>
            </a:r>
            <a:endParaRPr sz="2700" b="1">
              <a:solidFill>
                <a:srgbClr val="B02A1F"/>
              </a:solidFill>
              <a:latin typeface="Songti SC" panose="02010800040101010101" charset="-122"/>
              <a:ea typeface="Songti SC" panose="02010800040101010101" charset="-122"/>
              <a:cs typeface="Songti SC" panose="02010800040101010101" charset="-122"/>
            </a:endParaRPr>
          </a:p>
        </p:txBody>
      </p:sp>
      <p:sp>
        <p:nvSpPr>
          <p:cNvPr id="9" name="text-86"/>
          <p:cNvSpPr>
            <a:spLocks noGrp="1"/>
          </p:cNvSpPr>
          <p:nvPr/>
        </p:nvSpPr>
        <p:spPr>
          <a:xfrm>
            <a:off x="619125" y="2828925"/>
            <a:ext cx="32385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defPPr>
            <a:lvl1pPr algn="l">
              <a:defRPr sz="180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1pPr>
            <a:lvl2pPr algn="l">
              <a:defRPr sz="180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2pPr>
            <a:lvl3pPr algn="l">
              <a:defRPr sz="180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3pPr>
            <a:lvl4pPr algn="l">
              <a:defRPr sz="180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4pPr>
            <a:lvl5pPr algn="l">
              <a:defRPr sz="180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5pPr>
            <a:lvl6pPr algn="l">
              <a:defRPr sz="180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6pPr>
            <a:lvl7pPr algn="l">
              <a:defRPr sz="180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7pPr>
            <a:lvl8pPr algn="l">
              <a:defRPr sz="180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8pPr>
            <a:lvl9pPr algn="l">
              <a:defRPr sz="180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9pPr>
          </a:lstStyle>
          <a:p>
            <a:pPr algn="l">
              <a:defRPr sz="180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pPr>
            <a:r>
              <a:rPr sz="180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rPr>
              <a:t>HTML / CSS / JavaScript</a:t>
            </a:r>
            <a:endParaRPr sz="1800" b="0">
              <a:solidFill>
                <a:srgbClr val="85765C"/>
              </a:solidFill>
              <a:latin typeface="Heiti TC" panose="02000000000000000000" charset="-122"/>
              <a:ea typeface="Heiti TC" panose="02000000000000000000" charset="-122"/>
              <a:cs typeface="Heiti TC" panose="02000000000000000000" charset="-122"/>
            </a:endParaRPr>
          </a:p>
        </p:txBody>
      </p:sp>
      <p:sp>
        <p:nvSpPr>
          <p:cNvPr id="10" name="rule-87"/>
          <p:cNvSpPr>
            <a:spLocks noGrp="1"/>
          </p:cNvSpPr>
          <p:nvPr/>
        </p:nvSpPr>
        <p:spPr>
          <a:xfrm>
            <a:off x="619125" y="3352800"/>
            <a:ext cx="3143250" cy="0"/>
          </a:xfrm>
          <a:prstGeom prst="line">
            <a:avLst/>
          </a:prstGeom>
          <a:noFill/>
          <a:ln w="9525">
            <a:solidFill>
              <a:srgbClr val="D7CBB3"/>
            </a:solidFill>
            <a:prstDash val="solid"/>
          </a:ln>
        </p:spPr>
      </p:sp>
      <p:sp>
        <p:nvSpPr>
          <p:cNvPr id="11" name="text-88"/>
          <p:cNvSpPr>
            <a:spLocks noGrp="1"/>
          </p:cNvSpPr>
          <p:nvPr/>
        </p:nvSpPr>
        <p:spPr>
          <a:xfrm>
            <a:off x="619125" y="3648075"/>
            <a:ext cx="32575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2B2B2B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defPPr>
            <a:lvl1pPr algn="l">
              <a:defRPr sz="1800" b="0">
                <a:solidFill>
                  <a:srgbClr val="2B2B2B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1pPr>
            <a:lvl2pPr algn="l">
              <a:defRPr sz="1800" b="0">
                <a:solidFill>
                  <a:srgbClr val="2B2B2B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2pPr>
            <a:lvl3pPr algn="l">
              <a:defRPr sz="1800" b="0">
                <a:solidFill>
                  <a:srgbClr val="2B2B2B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3pPr>
            <a:lvl4pPr algn="l">
              <a:defRPr sz="1800" b="0">
                <a:solidFill>
                  <a:srgbClr val="2B2B2B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4pPr>
            <a:lvl5pPr algn="l">
              <a:defRPr sz="1800" b="0">
                <a:solidFill>
                  <a:srgbClr val="2B2B2B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5pPr>
            <a:lvl6pPr algn="l">
              <a:defRPr sz="1800" b="0">
                <a:solidFill>
                  <a:srgbClr val="2B2B2B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6pPr>
            <a:lvl7pPr algn="l">
              <a:defRPr sz="1800" b="0">
                <a:solidFill>
                  <a:srgbClr val="2B2B2B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7pPr>
            <a:lvl8pPr algn="l">
              <a:defRPr sz="1800" b="0">
                <a:solidFill>
                  <a:srgbClr val="2B2B2B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8pPr>
            <a:lvl9pPr algn="l">
              <a:defRPr sz="1800" b="0">
                <a:solidFill>
                  <a:srgbClr val="2B2B2B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9pPr>
          </a:lstStyle>
          <a:p>
            <a:pPr algn="l">
              <a:defRPr sz="1800" b="0">
                <a:solidFill>
                  <a:srgbClr val="2B2B2B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pPr>
            <a:r>
              <a:rPr sz="1800" b="0">
                <a:solidFill>
                  <a:srgbClr val="2B2B2B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rPr>
              <a:t>页面与角色状态</a:t>
            </a:r>
            <a:endParaRPr sz="1800" b="0">
              <a:solidFill>
                <a:srgbClr val="2B2B2B"/>
              </a:solidFill>
              <a:latin typeface="Heiti TC" panose="02000000000000000000" charset="-122"/>
              <a:ea typeface="Heiti TC" panose="02000000000000000000" charset="-122"/>
              <a:cs typeface="Heiti TC" panose="02000000000000000000" charset="-122"/>
            </a:endParaRPr>
          </a:p>
        </p:txBody>
      </p:sp>
      <p:sp>
        <p:nvSpPr>
          <p:cNvPr id="12" name="text-89"/>
          <p:cNvSpPr>
            <a:spLocks noGrp="1"/>
          </p:cNvSpPr>
          <p:nvPr/>
        </p:nvSpPr>
        <p:spPr>
          <a:xfrm>
            <a:off x="619125" y="4219575"/>
            <a:ext cx="32575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2B2B2B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defPPr>
            <a:lvl1pPr algn="l">
              <a:defRPr sz="1800" b="0">
                <a:solidFill>
                  <a:srgbClr val="2B2B2B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1pPr>
            <a:lvl2pPr algn="l">
              <a:defRPr sz="1800" b="0">
                <a:solidFill>
                  <a:srgbClr val="2B2B2B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2pPr>
            <a:lvl3pPr algn="l">
              <a:defRPr sz="1800" b="0">
                <a:solidFill>
                  <a:srgbClr val="2B2B2B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3pPr>
            <a:lvl4pPr algn="l">
              <a:defRPr sz="1800" b="0">
                <a:solidFill>
                  <a:srgbClr val="2B2B2B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4pPr>
            <a:lvl5pPr algn="l">
              <a:defRPr sz="1800" b="0">
                <a:solidFill>
                  <a:srgbClr val="2B2B2B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5pPr>
            <a:lvl6pPr algn="l">
              <a:defRPr sz="1800" b="0">
                <a:solidFill>
                  <a:srgbClr val="2B2B2B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6pPr>
            <a:lvl7pPr algn="l">
              <a:defRPr sz="1800" b="0">
                <a:solidFill>
                  <a:srgbClr val="2B2B2B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7pPr>
            <a:lvl8pPr algn="l">
              <a:defRPr sz="1800" b="0">
                <a:solidFill>
                  <a:srgbClr val="2B2B2B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8pPr>
            <a:lvl9pPr algn="l">
              <a:defRPr sz="1800" b="0">
                <a:solidFill>
                  <a:srgbClr val="2B2B2B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9pPr>
          </a:lstStyle>
          <a:p>
            <a:pPr algn="l">
              <a:defRPr sz="1800" b="0">
                <a:solidFill>
                  <a:srgbClr val="2B2B2B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pPr>
            <a:r>
              <a:rPr sz="1800" b="0">
                <a:solidFill>
                  <a:srgbClr val="2B2B2B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rPr>
              <a:t>摄像头预览、录音、播放</a:t>
            </a:r>
            <a:endParaRPr sz="1800" b="0">
              <a:solidFill>
                <a:srgbClr val="2B2B2B"/>
              </a:solidFill>
              <a:latin typeface="Heiti TC" panose="02000000000000000000" charset="-122"/>
              <a:ea typeface="Heiti TC" panose="02000000000000000000" charset="-122"/>
              <a:cs typeface="Heiti TC" panose="02000000000000000000" charset="-122"/>
            </a:endParaRPr>
          </a:p>
        </p:txBody>
      </p:sp>
      <p:sp>
        <p:nvSpPr>
          <p:cNvPr id="13" name="text-90"/>
          <p:cNvSpPr>
            <a:spLocks noGrp="1"/>
          </p:cNvSpPr>
          <p:nvPr/>
        </p:nvSpPr>
        <p:spPr>
          <a:xfrm>
            <a:off x="619125" y="4791075"/>
            <a:ext cx="32575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2B2B2B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defPPr>
            <a:lvl1pPr algn="l">
              <a:defRPr sz="1800" b="0">
                <a:solidFill>
                  <a:srgbClr val="2B2B2B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1pPr>
            <a:lvl2pPr algn="l">
              <a:defRPr sz="1800" b="0">
                <a:solidFill>
                  <a:srgbClr val="2B2B2B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2pPr>
            <a:lvl3pPr algn="l">
              <a:defRPr sz="1800" b="0">
                <a:solidFill>
                  <a:srgbClr val="2B2B2B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3pPr>
            <a:lvl4pPr algn="l">
              <a:defRPr sz="1800" b="0">
                <a:solidFill>
                  <a:srgbClr val="2B2B2B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4pPr>
            <a:lvl5pPr algn="l">
              <a:defRPr sz="1800" b="0">
                <a:solidFill>
                  <a:srgbClr val="2B2B2B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5pPr>
            <a:lvl6pPr algn="l">
              <a:defRPr sz="1800" b="0">
                <a:solidFill>
                  <a:srgbClr val="2B2B2B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6pPr>
            <a:lvl7pPr algn="l">
              <a:defRPr sz="1800" b="0">
                <a:solidFill>
                  <a:srgbClr val="2B2B2B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7pPr>
            <a:lvl8pPr algn="l">
              <a:defRPr sz="1800" b="0">
                <a:solidFill>
                  <a:srgbClr val="2B2B2B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8pPr>
            <a:lvl9pPr algn="l">
              <a:defRPr sz="1800" b="0">
                <a:solidFill>
                  <a:srgbClr val="2B2B2B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9pPr>
          </a:lstStyle>
          <a:p>
            <a:pPr algn="l">
              <a:defRPr sz="1800" b="0">
                <a:solidFill>
                  <a:srgbClr val="2B2B2B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pPr>
            <a:r>
              <a:rPr sz="1800" b="0">
                <a:solidFill>
                  <a:srgbClr val="2B2B2B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rPr>
              <a:t>PNG 导出与输入恢复</a:t>
            </a:r>
            <a:endParaRPr sz="1800" b="0">
              <a:solidFill>
                <a:srgbClr val="2B2B2B"/>
              </a:solidFill>
              <a:latin typeface="Heiti TC" panose="02000000000000000000" charset="-122"/>
              <a:ea typeface="Heiti TC" panose="02000000000000000000" charset="-122"/>
              <a:cs typeface="Heiti TC" panose="02000000000000000000" charset="-122"/>
            </a:endParaRPr>
          </a:p>
        </p:txBody>
      </p:sp>
      <p:sp>
        <p:nvSpPr>
          <p:cNvPr id="14" name="text-91"/>
          <p:cNvSpPr>
            <a:spLocks noGrp="1"/>
          </p:cNvSpPr>
          <p:nvPr/>
        </p:nvSpPr>
        <p:spPr>
          <a:xfrm>
            <a:off x="4476750" y="2181225"/>
            <a:ext cx="32385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700" b="1">
                <a:solidFill>
                  <a:srgbClr val="B02A1F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defRPr>
            </a:defPPr>
            <a:lvl1pPr algn="l">
              <a:defRPr sz="2700" b="1">
                <a:solidFill>
                  <a:srgbClr val="B02A1F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defRPr>
            </a:lvl1pPr>
            <a:lvl2pPr algn="l">
              <a:defRPr sz="2700" b="1">
                <a:solidFill>
                  <a:srgbClr val="B02A1F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defRPr>
            </a:lvl2pPr>
            <a:lvl3pPr algn="l">
              <a:defRPr sz="2700" b="1">
                <a:solidFill>
                  <a:srgbClr val="B02A1F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defRPr>
            </a:lvl3pPr>
            <a:lvl4pPr algn="l">
              <a:defRPr sz="2700" b="1">
                <a:solidFill>
                  <a:srgbClr val="B02A1F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defRPr>
            </a:lvl4pPr>
            <a:lvl5pPr algn="l">
              <a:defRPr sz="2700" b="1">
                <a:solidFill>
                  <a:srgbClr val="B02A1F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defRPr>
            </a:lvl5pPr>
            <a:lvl6pPr algn="l">
              <a:defRPr sz="2700" b="1">
                <a:solidFill>
                  <a:srgbClr val="B02A1F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defRPr>
            </a:lvl6pPr>
            <a:lvl7pPr algn="l">
              <a:defRPr sz="2700" b="1">
                <a:solidFill>
                  <a:srgbClr val="B02A1F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defRPr>
            </a:lvl7pPr>
            <a:lvl8pPr algn="l">
              <a:defRPr sz="2700" b="1">
                <a:solidFill>
                  <a:srgbClr val="B02A1F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defRPr>
            </a:lvl8pPr>
            <a:lvl9pPr algn="l">
              <a:defRPr sz="2700" b="1">
                <a:solidFill>
                  <a:srgbClr val="B02A1F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defRPr>
            </a:lvl9pPr>
          </a:lstStyle>
          <a:p>
            <a:pPr algn="l">
              <a:defRPr sz="2700" b="1">
                <a:solidFill>
                  <a:srgbClr val="B02A1F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defRPr>
            </a:pPr>
            <a:r>
              <a:rPr sz="2700" b="1">
                <a:solidFill>
                  <a:srgbClr val="B02A1F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rPr>
              <a:t>可信会话</a:t>
            </a:r>
            <a:endParaRPr sz="2700" b="1">
              <a:solidFill>
                <a:srgbClr val="B02A1F"/>
              </a:solidFill>
              <a:latin typeface="Songti SC" panose="02010800040101010101" charset="-122"/>
              <a:ea typeface="Songti SC" panose="02010800040101010101" charset="-122"/>
              <a:cs typeface="Songti SC" panose="02010800040101010101" charset="-122"/>
            </a:endParaRPr>
          </a:p>
        </p:txBody>
      </p:sp>
      <p:sp>
        <p:nvSpPr>
          <p:cNvPr id="15" name="text-92"/>
          <p:cNvSpPr>
            <a:spLocks noGrp="1"/>
          </p:cNvSpPr>
          <p:nvPr/>
        </p:nvSpPr>
        <p:spPr>
          <a:xfrm>
            <a:off x="4476750" y="2828925"/>
            <a:ext cx="32385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defPPr>
            <a:lvl1pPr algn="l">
              <a:defRPr sz="180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1pPr>
            <a:lvl2pPr algn="l">
              <a:defRPr sz="180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2pPr>
            <a:lvl3pPr algn="l">
              <a:defRPr sz="180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3pPr>
            <a:lvl4pPr algn="l">
              <a:defRPr sz="180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4pPr>
            <a:lvl5pPr algn="l">
              <a:defRPr sz="180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5pPr>
            <a:lvl6pPr algn="l">
              <a:defRPr sz="180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6pPr>
            <a:lvl7pPr algn="l">
              <a:defRPr sz="180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7pPr>
            <a:lvl8pPr algn="l">
              <a:defRPr sz="180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8pPr>
            <a:lvl9pPr algn="l">
              <a:defRPr sz="180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9pPr>
          </a:lstStyle>
          <a:p>
            <a:pPr algn="l">
              <a:defRPr sz="180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pPr>
            <a:r>
              <a:rPr sz="180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rPr>
              <a:t>FastAPI / Python</a:t>
            </a:r>
            <a:endParaRPr sz="1800" b="0">
              <a:solidFill>
                <a:srgbClr val="85765C"/>
              </a:solidFill>
              <a:latin typeface="Heiti TC" panose="02000000000000000000" charset="-122"/>
              <a:ea typeface="Heiti TC" panose="02000000000000000000" charset="-122"/>
              <a:cs typeface="Heiti TC" panose="02000000000000000000" charset="-122"/>
            </a:endParaRPr>
          </a:p>
        </p:txBody>
      </p:sp>
      <p:sp>
        <p:nvSpPr>
          <p:cNvPr id="16" name="rule-93"/>
          <p:cNvSpPr>
            <a:spLocks noGrp="1"/>
          </p:cNvSpPr>
          <p:nvPr/>
        </p:nvSpPr>
        <p:spPr>
          <a:xfrm>
            <a:off x="4476750" y="3352800"/>
            <a:ext cx="3143250" cy="0"/>
          </a:xfrm>
          <a:prstGeom prst="line">
            <a:avLst/>
          </a:prstGeom>
          <a:noFill/>
          <a:ln w="9525">
            <a:solidFill>
              <a:srgbClr val="D7CBB3"/>
            </a:solidFill>
            <a:prstDash val="solid"/>
          </a:ln>
        </p:spPr>
      </p:sp>
      <p:sp>
        <p:nvSpPr>
          <p:cNvPr id="17" name="text-94"/>
          <p:cNvSpPr>
            <a:spLocks noGrp="1"/>
          </p:cNvSpPr>
          <p:nvPr/>
        </p:nvSpPr>
        <p:spPr>
          <a:xfrm>
            <a:off x="4476750" y="3648075"/>
            <a:ext cx="32575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2B2B2B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defPPr>
            <a:lvl1pPr algn="l">
              <a:defRPr sz="1800" b="0">
                <a:solidFill>
                  <a:srgbClr val="2B2B2B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1pPr>
            <a:lvl2pPr algn="l">
              <a:defRPr sz="1800" b="0">
                <a:solidFill>
                  <a:srgbClr val="2B2B2B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2pPr>
            <a:lvl3pPr algn="l">
              <a:defRPr sz="1800" b="0">
                <a:solidFill>
                  <a:srgbClr val="2B2B2B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3pPr>
            <a:lvl4pPr algn="l">
              <a:defRPr sz="1800" b="0">
                <a:solidFill>
                  <a:srgbClr val="2B2B2B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4pPr>
            <a:lvl5pPr algn="l">
              <a:defRPr sz="1800" b="0">
                <a:solidFill>
                  <a:srgbClr val="2B2B2B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5pPr>
            <a:lvl6pPr algn="l">
              <a:defRPr sz="1800" b="0">
                <a:solidFill>
                  <a:srgbClr val="2B2B2B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6pPr>
            <a:lvl7pPr algn="l">
              <a:defRPr sz="1800" b="0">
                <a:solidFill>
                  <a:srgbClr val="2B2B2B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7pPr>
            <a:lvl8pPr algn="l">
              <a:defRPr sz="1800" b="0">
                <a:solidFill>
                  <a:srgbClr val="2B2B2B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8pPr>
            <a:lvl9pPr algn="l">
              <a:defRPr sz="1800" b="0">
                <a:solidFill>
                  <a:srgbClr val="2B2B2B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9pPr>
          </a:lstStyle>
          <a:p>
            <a:pPr algn="l">
              <a:defRPr sz="1800" b="0">
                <a:solidFill>
                  <a:srgbClr val="2B2B2B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pPr>
            <a:r>
              <a:rPr sz="1800" b="0">
                <a:solidFill>
                  <a:srgbClr val="2B2B2B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rPr>
              <a:t>岗位、人设、题数与阶段</a:t>
            </a:r>
            <a:endParaRPr sz="1800" b="0">
              <a:solidFill>
                <a:srgbClr val="2B2B2B"/>
              </a:solidFill>
              <a:latin typeface="Heiti TC" panose="02000000000000000000" charset="-122"/>
              <a:ea typeface="Heiti TC" panose="02000000000000000000" charset="-122"/>
              <a:cs typeface="Heiti TC" panose="02000000000000000000" charset="-122"/>
            </a:endParaRPr>
          </a:p>
        </p:txBody>
      </p:sp>
      <p:sp>
        <p:nvSpPr>
          <p:cNvPr id="18" name="text-95"/>
          <p:cNvSpPr>
            <a:spLocks noGrp="1"/>
          </p:cNvSpPr>
          <p:nvPr/>
        </p:nvSpPr>
        <p:spPr>
          <a:xfrm>
            <a:off x="4476750" y="4219575"/>
            <a:ext cx="32575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2B2B2B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defPPr>
            <a:lvl1pPr algn="l">
              <a:defRPr sz="1800" b="0">
                <a:solidFill>
                  <a:srgbClr val="2B2B2B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1pPr>
            <a:lvl2pPr algn="l">
              <a:defRPr sz="1800" b="0">
                <a:solidFill>
                  <a:srgbClr val="2B2B2B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2pPr>
            <a:lvl3pPr algn="l">
              <a:defRPr sz="1800" b="0">
                <a:solidFill>
                  <a:srgbClr val="2B2B2B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3pPr>
            <a:lvl4pPr algn="l">
              <a:defRPr sz="1800" b="0">
                <a:solidFill>
                  <a:srgbClr val="2B2B2B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4pPr>
            <a:lvl5pPr algn="l">
              <a:defRPr sz="1800" b="0">
                <a:solidFill>
                  <a:srgbClr val="2B2B2B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5pPr>
            <a:lvl6pPr algn="l">
              <a:defRPr sz="1800" b="0">
                <a:solidFill>
                  <a:srgbClr val="2B2B2B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6pPr>
            <a:lvl7pPr algn="l">
              <a:defRPr sz="1800" b="0">
                <a:solidFill>
                  <a:srgbClr val="2B2B2B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7pPr>
            <a:lvl8pPr algn="l">
              <a:defRPr sz="1800" b="0">
                <a:solidFill>
                  <a:srgbClr val="2B2B2B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8pPr>
            <a:lvl9pPr algn="l">
              <a:defRPr sz="1800" b="0">
                <a:solidFill>
                  <a:srgbClr val="2B2B2B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9pPr>
          </a:lstStyle>
          <a:p>
            <a:pPr algn="l">
              <a:defRPr sz="1800" b="0">
                <a:solidFill>
                  <a:srgbClr val="2B2B2B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pPr>
            <a:r>
              <a:rPr sz="1800" b="0">
                <a:solidFill>
                  <a:srgbClr val="2B2B2B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rPr>
              <a:t>完整问答与会话隔离</a:t>
            </a:r>
            <a:endParaRPr sz="1800" b="0">
              <a:solidFill>
                <a:srgbClr val="2B2B2B"/>
              </a:solidFill>
              <a:latin typeface="Heiti TC" panose="02000000000000000000" charset="-122"/>
              <a:ea typeface="Heiti TC" panose="02000000000000000000" charset="-122"/>
              <a:cs typeface="Heiti TC" panose="02000000000000000000" charset="-122"/>
            </a:endParaRPr>
          </a:p>
        </p:txBody>
      </p:sp>
      <p:sp>
        <p:nvSpPr>
          <p:cNvPr id="19" name="text-96"/>
          <p:cNvSpPr>
            <a:spLocks noGrp="1"/>
          </p:cNvSpPr>
          <p:nvPr/>
        </p:nvSpPr>
        <p:spPr>
          <a:xfrm>
            <a:off x="4476750" y="4791075"/>
            <a:ext cx="32575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2B2B2B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defPPr>
            <a:lvl1pPr algn="l">
              <a:defRPr sz="1800" b="0">
                <a:solidFill>
                  <a:srgbClr val="2B2B2B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1pPr>
            <a:lvl2pPr algn="l">
              <a:defRPr sz="1800" b="0">
                <a:solidFill>
                  <a:srgbClr val="2B2B2B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2pPr>
            <a:lvl3pPr algn="l">
              <a:defRPr sz="1800" b="0">
                <a:solidFill>
                  <a:srgbClr val="2B2B2B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3pPr>
            <a:lvl4pPr algn="l">
              <a:defRPr sz="1800" b="0">
                <a:solidFill>
                  <a:srgbClr val="2B2B2B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4pPr>
            <a:lvl5pPr algn="l">
              <a:defRPr sz="1800" b="0">
                <a:solidFill>
                  <a:srgbClr val="2B2B2B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5pPr>
            <a:lvl6pPr algn="l">
              <a:defRPr sz="1800" b="0">
                <a:solidFill>
                  <a:srgbClr val="2B2B2B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6pPr>
            <a:lvl7pPr algn="l">
              <a:defRPr sz="1800" b="0">
                <a:solidFill>
                  <a:srgbClr val="2B2B2B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7pPr>
            <a:lvl8pPr algn="l">
              <a:defRPr sz="1800" b="0">
                <a:solidFill>
                  <a:srgbClr val="2B2B2B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8pPr>
            <a:lvl9pPr algn="l">
              <a:defRPr sz="1800" b="0">
                <a:solidFill>
                  <a:srgbClr val="2B2B2B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9pPr>
          </a:lstStyle>
          <a:p>
            <a:pPr algn="l">
              <a:defRPr sz="1800" b="0">
                <a:solidFill>
                  <a:srgbClr val="2B2B2B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pPr>
            <a:r>
              <a:rPr sz="1800" b="0">
                <a:solidFill>
                  <a:srgbClr val="2B2B2B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rPr>
              <a:t>输出校验、幂等和评分</a:t>
            </a:r>
            <a:endParaRPr sz="1800" b="0">
              <a:solidFill>
                <a:srgbClr val="2B2B2B"/>
              </a:solidFill>
              <a:latin typeface="Heiti TC" panose="02000000000000000000" charset="-122"/>
              <a:ea typeface="Heiti TC" panose="02000000000000000000" charset="-122"/>
              <a:cs typeface="Heiti TC" panose="02000000000000000000" charset="-122"/>
            </a:endParaRPr>
          </a:p>
        </p:txBody>
      </p:sp>
      <p:sp>
        <p:nvSpPr>
          <p:cNvPr id="20" name="text-97"/>
          <p:cNvSpPr>
            <a:spLocks noGrp="1"/>
          </p:cNvSpPr>
          <p:nvPr/>
        </p:nvSpPr>
        <p:spPr>
          <a:xfrm>
            <a:off x="8334375" y="2181225"/>
            <a:ext cx="32385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700" b="1">
                <a:solidFill>
                  <a:srgbClr val="B02A1F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defRPr>
            </a:defPPr>
            <a:lvl1pPr algn="l">
              <a:defRPr sz="2700" b="1">
                <a:solidFill>
                  <a:srgbClr val="B02A1F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defRPr>
            </a:lvl1pPr>
            <a:lvl2pPr algn="l">
              <a:defRPr sz="2700" b="1">
                <a:solidFill>
                  <a:srgbClr val="B02A1F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defRPr>
            </a:lvl2pPr>
            <a:lvl3pPr algn="l">
              <a:defRPr sz="2700" b="1">
                <a:solidFill>
                  <a:srgbClr val="B02A1F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defRPr>
            </a:lvl3pPr>
            <a:lvl4pPr algn="l">
              <a:defRPr sz="2700" b="1">
                <a:solidFill>
                  <a:srgbClr val="B02A1F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defRPr>
            </a:lvl4pPr>
            <a:lvl5pPr algn="l">
              <a:defRPr sz="2700" b="1">
                <a:solidFill>
                  <a:srgbClr val="B02A1F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defRPr>
            </a:lvl5pPr>
            <a:lvl6pPr algn="l">
              <a:defRPr sz="2700" b="1">
                <a:solidFill>
                  <a:srgbClr val="B02A1F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defRPr>
            </a:lvl6pPr>
            <a:lvl7pPr algn="l">
              <a:defRPr sz="2700" b="1">
                <a:solidFill>
                  <a:srgbClr val="B02A1F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defRPr>
            </a:lvl7pPr>
            <a:lvl8pPr algn="l">
              <a:defRPr sz="2700" b="1">
                <a:solidFill>
                  <a:srgbClr val="B02A1F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defRPr>
            </a:lvl8pPr>
            <a:lvl9pPr algn="l">
              <a:defRPr sz="2700" b="1">
                <a:solidFill>
                  <a:srgbClr val="B02A1F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defRPr>
            </a:lvl9pPr>
          </a:lstStyle>
          <a:p>
            <a:pPr algn="l">
              <a:defRPr sz="2700" b="1">
                <a:solidFill>
                  <a:srgbClr val="B02A1F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defRPr>
            </a:pPr>
            <a:r>
              <a:rPr sz="2700" b="1">
                <a:solidFill>
                  <a:srgbClr val="B02A1F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rPr>
              <a:t>独立 AI 能力</a:t>
            </a:r>
            <a:endParaRPr sz="2700" b="1">
              <a:solidFill>
                <a:srgbClr val="B02A1F"/>
              </a:solidFill>
              <a:latin typeface="Songti SC" panose="02010800040101010101" charset="-122"/>
              <a:ea typeface="Songti SC" panose="02010800040101010101" charset="-122"/>
              <a:cs typeface="Songti SC" panose="02010800040101010101" charset="-122"/>
            </a:endParaRPr>
          </a:p>
        </p:txBody>
      </p:sp>
      <p:sp>
        <p:nvSpPr>
          <p:cNvPr id="21" name="text-98"/>
          <p:cNvSpPr>
            <a:spLocks noGrp="1"/>
          </p:cNvSpPr>
          <p:nvPr/>
        </p:nvSpPr>
        <p:spPr>
          <a:xfrm>
            <a:off x="8334375" y="2828925"/>
            <a:ext cx="32385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defPPr>
            <a:lvl1pPr algn="l">
              <a:defRPr sz="180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1pPr>
            <a:lvl2pPr algn="l">
              <a:defRPr sz="180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2pPr>
            <a:lvl3pPr algn="l">
              <a:defRPr sz="180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3pPr>
            <a:lvl4pPr algn="l">
              <a:defRPr sz="180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4pPr>
            <a:lvl5pPr algn="l">
              <a:defRPr sz="180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5pPr>
            <a:lvl6pPr algn="l">
              <a:defRPr sz="180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6pPr>
            <a:lvl7pPr algn="l">
              <a:defRPr sz="180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7pPr>
            <a:lvl8pPr algn="l">
              <a:defRPr sz="180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8pPr>
            <a:lvl9pPr algn="l">
              <a:defRPr sz="180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9pPr>
          </a:lstStyle>
          <a:p>
            <a:pPr algn="l">
              <a:defRPr sz="180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pPr>
            <a:r>
              <a:rPr sz="180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rPr>
              <a:t>对话 · 视觉 · 语音</a:t>
            </a:r>
            <a:endParaRPr sz="1800" b="0">
              <a:solidFill>
                <a:srgbClr val="85765C"/>
              </a:solidFill>
              <a:latin typeface="Heiti TC" panose="02000000000000000000" charset="-122"/>
              <a:ea typeface="Heiti TC" panose="02000000000000000000" charset="-122"/>
              <a:cs typeface="Heiti TC" panose="02000000000000000000" charset="-122"/>
            </a:endParaRPr>
          </a:p>
        </p:txBody>
      </p:sp>
      <p:sp>
        <p:nvSpPr>
          <p:cNvPr id="22" name="rule-99"/>
          <p:cNvSpPr>
            <a:spLocks noGrp="1"/>
          </p:cNvSpPr>
          <p:nvPr/>
        </p:nvSpPr>
        <p:spPr>
          <a:xfrm>
            <a:off x="8334375" y="3352800"/>
            <a:ext cx="3143250" cy="0"/>
          </a:xfrm>
          <a:prstGeom prst="line">
            <a:avLst/>
          </a:prstGeom>
          <a:noFill/>
          <a:ln w="9525">
            <a:solidFill>
              <a:srgbClr val="D7CBB3"/>
            </a:solidFill>
            <a:prstDash val="solid"/>
          </a:ln>
        </p:spPr>
      </p:sp>
      <p:sp>
        <p:nvSpPr>
          <p:cNvPr id="23" name="text-100"/>
          <p:cNvSpPr>
            <a:spLocks noGrp="1"/>
          </p:cNvSpPr>
          <p:nvPr/>
        </p:nvSpPr>
        <p:spPr>
          <a:xfrm>
            <a:off x="8334375" y="3648075"/>
            <a:ext cx="32575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2B2B2B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defPPr>
            <a:lvl1pPr algn="l">
              <a:defRPr sz="1800" b="0">
                <a:solidFill>
                  <a:srgbClr val="2B2B2B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1pPr>
            <a:lvl2pPr algn="l">
              <a:defRPr sz="1800" b="0">
                <a:solidFill>
                  <a:srgbClr val="2B2B2B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2pPr>
            <a:lvl3pPr algn="l">
              <a:defRPr sz="1800" b="0">
                <a:solidFill>
                  <a:srgbClr val="2B2B2B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3pPr>
            <a:lvl4pPr algn="l">
              <a:defRPr sz="1800" b="0">
                <a:solidFill>
                  <a:srgbClr val="2B2B2B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4pPr>
            <a:lvl5pPr algn="l">
              <a:defRPr sz="1800" b="0">
                <a:solidFill>
                  <a:srgbClr val="2B2B2B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5pPr>
            <a:lvl6pPr algn="l">
              <a:defRPr sz="1800" b="0">
                <a:solidFill>
                  <a:srgbClr val="2B2B2B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6pPr>
            <a:lvl7pPr algn="l">
              <a:defRPr sz="1800" b="0">
                <a:solidFill>
                  <a:srgbClr val="2B2B2B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7pPr>
            <a:lvl8pPr algn="l">
              <a:defRPr sz="1800" b="0">
                <a:solidFill>
                  <a:srgbClr val="2B2B2B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8pPr>
            <a:lvl9pPr algn="l">
              <a:defRPr sz="1800" b="0">
                <a:solidFill>
                  <a:srgbClr val="2B2B2B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9pPr>
          </a:lstStyle>
          <a:p>
            <a:pPr algn="l">
              <a:defRPr sz="1800" b="0">
                <a:solidFill>
                  <a:srgbClr val="2B2B2B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pPr>
            <a:r>
              <a:rPr sz="1800" b="0">
                <a:solidFill>
                  <a:srgbClr val="2B2B2B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rPr>
              <a:t>对话、追问与结果评价</a:t>
            </a:r>
            <a:endParaRPr sz="1800" b="0">
              <a:solidFill>
                <a:srgbClr val="2B2B2B"/>
              </a:solidFill>
              <a:latin typeface="Heiti TC" panose="02000000000000000000" charset="-122"/>
              <a:ea typeface="Heiti TC" panose="02000000000000000000" charset="-122"/>
              <a:cs typeface="Heiti TC" panose="02000000000000000000" charset="-122"/>
            </a:endParaRPr>
          </a:p>
        </p:txBody>
      </p:sp>
      <p:sp>
        <p:nvSpPr>
          <p:cNvPr id="24" name="text-101"/>
          <p:cNvSpPr>
            <a:spLocks noGrp="1"/>
          </p:cNvSpPr>
          <p:nvPr/>
        </p:nvSpPr>
        <p:spPr>
          <a:xfrm>
            <a:off x="8334375" y="4219575"/>
            <a:ext cx="32575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2B2B2B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defPPr>
            <a:lvl1pPr algn="l">
              <a:defRPr sz="1800" b="0">
                <a:solidFill>
                  <a:srgbClr val="2B2B2B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1pPr>
            <a:lvl2pPr algn="l">
              <a:defRPr sz="1800" b="0">
                <a:solidFill>
                  <a:srgbClr val="2B2B2B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2pPr>
            <a:lvl3pPr algn="l">
              <a:defRPr sz="1800" b="0">
                <a:solidFill>
                  <a:srgbClr val="2B2B2B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3pPr>
            <a:lvl4pPr algn="l">
              <a:defRPr sz="1800" b="0">
                <a:solidFill>
                  <a:srgbClr val="2B2B2B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4pPr>
            <a:lvl5pPr algn="l">
              <a:defRPr sz="1800" b="0">
                <a:solidFill>
                  <a:srgbClr val="2B2B2B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5pPr>
            <a:lvl6pPr algn="l">
              <a:defRPr sz="1800" b="0">
                <a:solidFill>
                  <a:srgbClr val="2B2B2B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6pPr>
            <a:lvl7pPr algn="l">
              <a:defRPr sz="1800" b="0">
                <a:solidFill>
                  <a:srgbClr val="2B2B2B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7pPr>
            <a:lvl8pPr algn="l">
              <a:defRPr sz="1800" b="0">
                <a:solidFill>
                  <a:srgbClr val="2B2B2B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8pPr>
            <a:lvl9pPr algn="l">
              <a:defRPr sz="1800" b="0">
                <a:solidFill>
                  <a:srgbClr val="2B2B2B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9pPr>
          </a:lstStyle>
          <a:p>
            <a:pPr algn="l">
              <a:defRPr sz="1800" b="0">
                <a:solidFill>
                  <a:srgbClr val="2B2B2B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pPr>
            <a:r>
              <a:rPr sz="1800" b="0">
                <a:solidFill>
                  <a:srgbClr val="2B2B2B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rPr>
              <a:t>单图可见事实摘要</a:t>
            </a:r>
            <a:endParaRPr sz="1800" b="0">
              <a:solidFill>
                <a:srgbClr val="2B2B2B"/>
              </a:solidFill>
              <a:latin typeface="Heiti TC" panose="02000000000000000000" charset="-122"/>
              <a:ea typeface="Heiti TC" panose="02000000000000000000" charset="-122"/>
              <a:cs typeface="Heiti TC" panose="02000000000000000000" charset="-122"/>
            </a:endParaRPr>
          </a:p>
        </p:txBody>
      </p:sp>
      <p:sp>
        <p:nvSpPr>
          <p:cNvPr id="25" name="text-102"/>
          <p:cNvSpPr>
            <a:spLocks noGrp="1"/>
          </p:cNvSpPr>
          <p:nvPr/>
        </p:nvSpPr>
        <p:spPr>
          <a:xfrm>
            <a:off x="8334375" y="4791075"/>
            <a:ext cx="32575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2B2B2B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defPPr>
            <a:lvl1pPr algn="l">
              <a:defRPr sz="1800" b="0">
                <a:solidFill>
                  <a:srgbClr val="2B2B2B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1pPr>
            <a:lvl2pPr algn="l">
              <a:defRPr sz="1800" b="0">
                <a:solidFill>
                  <a:srgbClr val="2B2B2B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2pPr>
            <a:lvl3pPr algn="l">
              <a:defRPr sz="1800" b="0">
                <a:solidFill>
                  <a:srgbClr val="2B2B2B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3pPr>
            <a:lvl4pPr algn="l">
              <a:defRPr sz="1800" b="0">
                <a:solidFill>
                  <a:srgbClr val="2B2B2B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4pPr>
            <a:lvl5pPr algn="l">
              <a:defRPr sz="1800" b="0">
                <a:solidFill>
                  <a:srgbClr val="2B2B2B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5pPr>
            <a:lvl6pPr algn="l">
              <a:defRPr sz="1800" b="0">
                <a:solidFill>
                  <a:srgbClr val="2B2B2B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6pPr>
            <a:lvl7pPr algn="l">
              <a:defRPr sz="1800" b="0">
                <a:solidFill>
                  <a:srgbClr val="2B2B2B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7pPr>
            <a:lvl8pPr algn="l">
              <a:defRPr sz="1800" b="0">
                <a:solidFill>
                  <a:srgbClr val="2B2B2B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8pPr>
            <a:lvl9pPr algn="l">
              <a:defRPr sz="1800" b="0">
                <a:solidFill>
                  <a:srgbClr val="2B2B2B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9pPr>
          </a:lstStyle>
          <a:p>
            <a:pPr algn="l">
              <a:defRPr sz="1800" b="0">
                <a:solidFill>
                  <a:srgbClr val="2B2B2B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pPr>
            <a:r>
              <a:rPr sz="1800" b="0">
                <a:solidFill>
                  <a:srgbClr val="2B2B2B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rPr>
              <a:t>语音识别与语音合成</a:t>
            </a:r>
            <a:endParaRPr sz="1800" b="0">
              <a:solidFill>
                <a:srgbClr val="2B2B2B"/>
              </a:solidFill>
              <a:latin typeface="Heiti TC" panose="02000000000000000000" charset="-122"/>
              <a:ea typeface="Heiti TC" panose="02000000000000000000" charset="-122"/>
              <a:cs typeface="Heiti TC" panose="02000000000000000000" charset="-122"/>
            </a:endParaRPr>
          </a:p>
        </p:txBody>
      </p:sp>
      <p:sp>
        <p:nvSpPr>
          <p:cNvPr id="26" name="text-103"/>
          <p:cNvSpPr>
            <a:spLocks noGrp="1"/>
          </p:cNvSpPr>
          <p:nvPr/>
        </p:nvSpPr>
        <p:spPr>
          <a:xfrm>
            <a:off x="3943350" y="2228850"/>
            <a:ext cx="4572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700" b="0">
                <a:solidFill>
                  <a:srgbClr val="85765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 algn="l">
              <a:defRPr sz="2700" b="0">
                <a:solidFill>
                  <a:srgbClr val="85765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 algn="l">
              <a:defRPr sz="2700" b="0">
                <a:solidFill>
                  <a:srgbClr val="85765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 algn="l">
              <a:defRPr sz="2700" b="0">
                <a:solidFill>
                  <a:srgbClr val="85765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 algn="l">
              <a:defRPr sz="2700" b="0">
                <a:solidFill>
                  <a:srgbClr val="85765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 algn="l">
              <a:defRPr sz="2700" b="0">
                <a:solidFill>
                  <a:srgbClr val="85765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 algn="l">
              <a:defRPr sz="2700" b="0">
                <a:solidFill>
                  <a:srgbClr val="85765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 algn="l">
              <a:defRPr sz="2700" b="0">
                <a:solidFill>
                  <a:srgbClr val="85765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 algn="l">
              <a:defRPr sz="2700" b="0">
                <a:solidFill>
                  <a:srgbClr val="85765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 algn="l">
              <a:defRPr sz="2700" b="0">
                <a:solidFill>
                  <a:srgbClr val="85765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 algn="l">
              <a:defRPr sz="2700" b="0">
                <a:solidFill>
                  <a:srgbClr val="85765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700" b="0">
                <a:solidFill>
                  <a:srgbClr val="85765C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→</a:t>
            </a:r>
            <a:endParaRPr sz="2700" b="0">
              <a:solidFill>
                <a:srgbClr val="85765C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7" name="text-104"/>
          <p:cNvSpPr>
            <a:spLocks noGrp="1"/>
          </p:cNvSpPr>
          <p:nvPr/>
        </p:nvSpPr>
        <p:spPr>
          <a:xfrm>
            <a:off x="7791450" y="2228850"/>
            <a:ext cx="4572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700" b="0">
                <a:solidFill>
                  <a:srgbClr val="85765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 algn="l">
              <a:defRPr sz="2700" b="0">
                <a:solidFill>
                  <a:srgbClr val="85765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 algn="l">
              <a:defRPr sz="2700" b="0">
                <a:solidFill>
                  <a:srgbClr val="85765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 algn="l">
              <a:defRPr sz="2700" b="0">
                <a:solidFill>
                  <a:srgbClr val="85765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 algn="l">
              <a:defRPr sz="2700" b="0">
                <a:solidFill>
                  <a:srgbClr val="85765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 algn="l">
              <a:defRPr sz="2700" b="0">
                <a:solidFill>
                  <a:srgbClr val="85765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 algn="l">
              <a:defRPr sz="2700" b="0">
                <a:solidFill>
                  <a:srgbClr val="85765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 algn="l">
              <a:defRPr sz="2700" b="0">
                <a:solidFill>
                  <a:srgbClr val="85765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 algn="l">
              <a:defRPr sz="2700" b="0">
                <a:solidFill>
                  <a:srgbClr val="85765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 algn="l">
              <a:defRPr sz="2700" b="0">
                <a:solidFill>
                  <a:srgbClr val="85765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 algn="l">
              <a:defRPr sz="2700" b="0">
                <a:solidFill>
                  <a:srgbClr val="85765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700" b="0">
                <a:solidFill>
                  <a:srgbClr val="85765C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→</a:t>
            </a:r>
            <a:endParaRPr sz="2700" b="0">
              <a:solidFill>
                <a:srgbClr val="85765C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8" name="text-105"/>
          <p:cNvSpPr>
            <a:spLocks noGrp="1"/>
          </p:cNvSpPr>
          <p:nvPr/>
        </p:nvSpPr>
        <p:spPr>
          <a:xfrm>
            <a:off x="619125" y="5686425"/>
            <a:ext cx="109537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B02A1F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defPPr>
            <a:lvl1pPr algn="l">
              <a:defRPr sz="1800" b="0">
                <a:solidFill>
                  <a:srgbClr val="B02A1F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1pPr>
            <a:lvl2pPr algn="l">
              <a:defRPr sz="1800" b="0">
                <a:solidFill>
                  <a:srgbClr val="B02A1F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2pPr>
            <a:lvl3pPr algn="l">
              <a:defRPr sz="1800" b="0">
                <a:solidFill>
                  <a:srgbClr val="B02A1F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3pPr>
            <a:lvl4pPr algn="l">
              <a:defRPr sz="1800" b="0">
                <a:solidFill>
                  <a:srgbClr val="B02A1F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4pPr>
            <a:lvl5pPr algn="l">
              <a:defRPr sz="1800" b="0">
                <a:solidFill>
                  <a:srgbClr val="B02A1F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5pPr>
            <a:lvl6pPr algn="l">
              <a:defRPr sz="1800" b="0">
                <a:solidFill>
                  <a:srgbClr val="B02A1F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6pPr>
            <a:lvl7pPr algn="l">
              <a:defRPr sz="1800" b="0">
                <a:solidFill>
                  <a:srgbClr val="B02A1F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7pPr>
            <a:lvl8pPr algn="l">
              <a:defRPr sz="1800" b="0">
                <a:solidFill>
                  <a:srgbClr val="B02A1F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8pPr>
            <a:lvl9pPr algn="l">
              <a:defRPr sz="1800" b="0">
                <a:solidFill>
                  <a:srgbClr val="B02A1F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9pPr>
          </a:lstStyle>
          <a:p>
            <a:pPr algn="l">
              <a:defRPr sz="1800" b="0">
                <a:solidFill>
                  <a:srgbClr val="B02A1F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pPr>
            <a:r>
              <a:rPr sz="1800" b="0">
                <a:solidFill>
                  <a:srgbClr val="B02A1F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rPr>
              <a:t>Docker + Caddy 部署 · HTTPS 同源访问 · 各能力可分别降级</a:t>
            </a:r>
            <a:endParaRPr sz="1800" b="0">
              <a:solidFill>
                <a:srgbClr val="B02A1F"/>
              </a:solidFill>
              <a:latin typeface="Heiti TC" panose="02000000000000000000" charset="-122"/>
              <a:ea typeface="Heiti TC" panose="02000000000000000000" charset="-122"/>
              <a:cs typeface="Heiti TC" panose="02000000000000000000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EFD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4" name="text-106"/>
          <p:cNvSpPr>
            <a:spLocks noGrp="1"/>
          </p:cNvSpPr>
          <p:nvPr/>
        </p:nvSpPr>
        <p:spPr>
          <a:xfrm>
            <a:off x="609600" y="285750"/>
            <a:ext cx="63817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200" b="0">
                <a:solidFill>
                  <a:srgbClr val="B02A1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 algn="l">
              <a:defRPr sz="1200" b="0">
                <a:solidFill>
                  <a:srgbClr val="B02A1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 algn="l">
              <a:defRPr sz="1200" b="0">
                <a:solidFill>
                  <a:srgbClr val="B02A1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 algn="l">
              <a:defRPr sz="1200" b="0">
                <a:solidFill>
                  <a:srgbClr val="B02A1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 algn="l">
              <a:defRPr sz="1200" b="0">
                <a:solidFill>
                  <a:srgbClr val="B02A1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 algn="l">
              <a:defRPr sz="1200" b="0">
                <a:solidFill>
                  <a:srgbClr val="B02A1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 algn="l">
              <a:defRPr sz="1200" b="0">
                <a:solidFill>
                  <a:srgbClr val="B02A1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 algn="l">
              <a:defRPr sz="1200" b="0">
                <a:solidFill>
                  <a:srgbClr val="B02A1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 algn="l">
              <a:defRPr sz="1200" b="0">
                <a:solidFill>
                  <a:srgbClr val="B02A1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 algn="l">
              <a:defRPr sz="1200" b="0">
                <a:solidFill>
                  <a:srgbClr val="B02A1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 algn="l">
              <a:defRPr sz="1200" b="0">
                <a:solidFill>
                  <a:srgbClr val="B02A1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00" b="0">
                <a:solidFill>
                  <a:srgbClr val="B02A1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OFFER 大作战 · 校园人事部</a:t>
            </a:r>
            <a:endParaRPr sz="1200" b="0">
              <a:solidFill>
                <a:srgbClr val="B02A1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" name="text-107"/>
          <p:cNvSpPr>
            <a:spLocks noGrp="1"/>
          </p:cNvSpPr>
          <p:nvPr/>
        </p:nvSpPr>
        <p:spPr>
          <a:xfrm>
            <a:off x="9144000" y="285750"/>
            <a:ext cx="24384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20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defPPr>
            <a:lvl1pPr algn="r">
              <a:defRPr sz="120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1pPr>
            <a:lvl2pPr algn="r">
              <a:defRPr sz="120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2pPr>
            <a:lvl3pPr algn="r">
              <a:defRPr sz="120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3pPr>
            <a:lvl4pPr algn="r">
              <a:defRPr sz="120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4pPr>
            <a:lvl5pPr algn="r">
              <a:defRPr sz="120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5pPr>
            <a:lvl6pPr algn="r">
              <a:defRPr sz="120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6pPr>
            <a:lvl7pPr algn="r">
              <a:defRPr sz="120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7pPr>
            <a:lvl8pPr algn="r">
              <a:defRPr sz="120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8pPr>
            <a:lvl9pPr algn="r">
              <a:defRPr sz="120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9pPr>
          </a:lstStyle>
          <a:p>
            <a:pPr algn="r">
              <a:defRPr sz="120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pPr>
            <a:r>
              <a:rPr sz="120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rPr>
              <a:t>结果机制</a:t>
            </a:r>
            <a:endParaRPr sz="1200" b="0">
              <a:solidFill>
                <a:srgbClr val="85765C"/>
              </a:solidFill>
              <a:latin typeface="Heiti TC" panose="02000000000000000000" charset="-122"/>
              <a:ea typeface="Heiti TC" panose="02000000000000000000" charset="-122"/>
              <a:cs typeface="Heiti TC" panose="02000000000000000000" charset="-122"/>
            </a:endParaRPr>
          </a:p>
        </p:txBody>
      </p:sp>
      <p:sp>
        <p:nvSpPr>
          <p:cNvPr id="3" name="rule-108"/>
          <p:cNvSpPr>
            <a:spLocks noGrp="1"/>
          </p:cNvSpPr>
          <p:nvPr/>
        </p:nvSpPr>
        <p:spPr>
          <a:xfrm>
            <a:off x="609600" y="723900"/>
            <a:ext cx="10972800" cy="0"/>
          </a:xfrm>
          <a:prstGeom prst="line">
            <a:avLst/>
          </a:prstGeom>
          <a:noFill/>
          <a:ln w="14288">
            <a:solidFill>
              <a:srgbClr val="2B2B2B"/>
            </a:solidFill>
            <a:prstDash val="solid"/>
          </a:ln>
        </p:spPr>
      </p:sp>
      <p:sp>
        <p:nvSpPr>
          <p:cNvPr id="4" name="slide-8-title"/>
          <p:cNvSpPr>
            <a:spLocks noGrp="1"/>
          </p:cNvSpPr>
          <p:nvPr/>
        </p:nvSpPr>
        <p:spPr>
          <a:xfrm>
            <a:off x="609600" y="1000125"/>
            <a:ext cx="109728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300" b="1">
                <a:solidFill>
                  <a:srgbClr val="2B2B2B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defRPr>
            </a:defPPr>
            <a:lvl1pPr algn="l">
              <a:defRPr sz="3300" b="1">
                <a:solidFill>
                  <a:srgbClr val="2B2B2B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defRPr>
            </a:lvl1pPr>
            <a:lvl2pPr algn="l">
              <a:defRPr sz="3300" b="1">
                <a:solidFill>
                  <a:srgbClr val="2B2B2B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defRPr>
            </a:lvl2pPr>
            <a:lvl3pPr algn="l">
              <a:defRPr sz="3300" b="1">
                <a:solidFill>
                  <a:srgbClr val="2B2B2B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defRPr>
            </a:lvl3pPr>
            <a:lvl4pPr algn="l">
              <a:defRPr sz="3300" b="1">
                <a:solidFill>
                  <a:srgbClr val="2B2B2B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defRPr>
            </a:lvl4pPr>
            <a:lvl5pPr algn="l">
              <a:defRPr sz="3300" b="1">
                <a:solidFill>
                  <a:srgbClr val="2B2B2B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defRPr>
            </a:lvl5pPr>
            <a:lvl6pPr algn="l">
              <a:defRPr sz="3300" b="1">
                <a:solidFill>
                  <a:srgbClr val="2B2B2B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defRPr>
            </a:lvl6pPr>
            <a:lvl7pPr algn="l">
              <a:defRPr sz="3300" b="1">
                <a:solidFill>
                  <a:srgbClr val="2B2B2B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defRPr>
            </a:lvl7pPr>
            <a:lvl8pPr algn="l">
              <a:defRPr sz="3300" b="1">
                <a:solidFill>
                  <a:srgbClr val="2B2B2B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defRPr>
            </a:lvl8pPr>
            <a:lvl9pPr algn="l">
              <a:defRPr sz="3300" b="1">
                <a:solidFill>
                  <a:srgbClr val="2B2B2B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defRPr>
            </a:lvl9pPr>
          </a:lstStyle>
          <a:p>
            <a:pPr algn="l">
              <a:defRPr sz="3300" b="1">
                <a:solidFill>
                  <a:srgbClr val="2B2B2B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defRPr>
            </a:pPr>
            <a:r>
              <a:rPr sz="3300" b="1">
                <a:solidFill>
                  <a:srgbClr val="2B2B2B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rPr>
              <a:t>五维娱乐评分，判定规则可检查</a:t>
            </a:r>
            <a:endParaRPr sz="3300" b="1">
              <a:solidFill>
                <a:srgbClr val="2B2B2B"/>
              </a:solidFill>
              <a:latin typeface="Songti SC" panose="02010800040101010101" charset="-122"/>
              <a:ea typeface="Songti SC" panose="02010800040101010101" charset="-122"/>
              <a:cs typeface="Songti SC" panose="02010800040101010101" charset="-122"/>
            </a:endParaRPr>
          </a:p>
        </p:txBody>
      </p:sp>
      <p:sp>
        <p:nvSpPr>
          <p:cNvPr id="5" name="rule-109"/>
          <p:cNvSpPr>
            <a:spLocks noGrp="1"/>
          </p:cNvSpPr>
          <p:nvPr/>
        </p:nvSpPr>
        <p:spPr>
          <a:xfrm>
            <a:off x="609600" y="6372225"/>
            <a:ext cx="10972800" cy="0"/>
          </a:xfrm>
          <a:prstGeom prst="line">
            <a:avLst/>
          </a:prstGeom>
          <a:noFill/>
          <a:ln w="9525">
            <a:solidFill>
              <a:srgbClr val="D7CBB3"/>
            </a:solidFill>
            <a:prstDash val="solid"/>
          </a:ln>
        </p:spPr>
      </p:sp>
      <p:sp>
        <p:nvSpPr>
          <p:cNvPr id="6" name="text-110"/>
          <p:cNvSpPr>
            <a:spLocks noGrp="1"/>
          </p:cNvSpPr>
          <p:nvPr/>
        </p:nvSpPr>
        <p:spPr>
          <a:xfrm>
            <a:off x="609600" y="6496050"/>
            <a:ext cx="71437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defPPr>
            <a:lvl1pPr algn="l">
              <a:defRPr sz="1125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1pPr>
            <a:lvl2pPr algn="l">
              <a:defRPr sz="1125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2pPr>
            <a:lvl3pPr algn="l">
              <a:defRPr sz="1125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3pPr>
            <a:lvl4pPr algn="l">
              <a:defRPr sz="1125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4pPr>
            <a:lvl5pPr algn="l">
              <a:defRPr sz="1125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5pPr>
            <a:lvl6pPr algn="l">
              <a:defRPr sz="1125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6pPr>
            <a:lvl7pPr algn="l">
              <a:defRPr sz="1125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7pPr>
            <a:lvl8pPr algn="l">
              <a:defRPr sz="1125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8pPr>
            <a:lvl9pPr algn="l">
              <a:defRPr sz="1125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9pPr>
          </a:lstStyle>
          <a:p>
            <a:pPr algn="l">
              <a:defRPr sz="1125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pPr>
            <a:r>
              <a:rPr sz="1125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rPr>
              <a:t>有请下一队  /  黄淮学院</a:t>
            </a:r>
            <a:endParaRPr sz="1125" b="0">
              <a:solidFill>
                <a:srgbClr val="85765C"/>
              </a:solidFill>
              <a:latin typeface="Heiti TC" panose="02000000000000000000" charset="-122"/>
              <a:ea typeface="Heiti TC" panose="02000000000000000000" charset="-122"/>
              <a:cs typeface="Heiti TC" panose="02000000000000000000" charset="-122"/>
            </a:endParaRPr>
          </a:p>
        </p:txBody>
      </p:sp>
      <p:sp>
        <p:nvSpPr>
          <p:cNvPr id="7" name="text-111"/>
          <p:cNvSpPr>
            <a:spLocks noGrp="1"/>
          </p:cNvSpPr>
          <p:nvPr/>
        </p:nvSpPr>
        <p:spPr>
          <a:xfrm>
            <a:off x="10334625" y="6496050"/>
            <a:ext cx="1238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125" b="0">
                <a:solidFill>
                  <a:srgbClr val="85765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 algn="r">
              <a:defRPr sz="1125" b="0">
                <a:solidFill>
                  <a:srgbClr val="85765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 algn="r">
              <a:defRPr sz="1125" b="0">
                <a:solidFill>
                  <a:srgbClr val="85765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 algn="r">
              <a:defRPr sz="1125" b="0">
                <a:solidFill>
                  <a:srgbClr val="85765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 algn="r">
              <a:defRPr sz="1125" b="0">
                <a:solidFill>
                  <a:srgbClr val="85765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 algn="r">
              <a:defRPr sz="1125" b="0">
                <a:solidFill>
                  <a:srgbClr val="85765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 algn="r">
              <a:defRPr sz="1125" b="0">
                <a:solidFill>
                  <a:srgbClr val="85765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 algn="r">
              <a:defRPr sz="1125" b="0">
                <a:solidFill>
                  <a:srgbClr val="85765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 algn="r">
              <a:defRPr sz="1125" b="0">
                <a:solidFill>
                  <a:srgbClr val="85765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 algn="r">
              <a:defRPr sz="1125" b="0">
                <a:solidFill>
                  <a:srgbClr val="85765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 algn="r">
              <a:defRPr sz="1125" b="0">
                <a:solidFill>
                  <a:srgbClr val="85765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125" b="0">
                <a:solidFill>
                  <a:srgbClr val="85765C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08 / 12</a:t>
            </a:r>
            <a:endParaRPr sz="1125" b="0">
              <a:solidFill>
                <a:srgbClr val="85765C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8" name="text-112"/>
          <p:cNvSpPr>
            <a:spLocks noGrp="1"/>
          </p:cNvSpPr>
          <p:nvPr/>
        </p:nvSpPr>
        <p:spPr>
          <a:xfrm>
            <a:off x="619125" y="2009775"/>
            <a:ext cx="10906125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675" b="1">
                <a:solidFill>
                  <a:srgbClr val="B02A1F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defRPr>
            </a:defPPr>
            <a:lvl1pPr algn="l">
              <a:defRPr sz="3675" b="1">
                <a:solidFill>
                  <a:srgbClr val="B02A1F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defRPr>
            </a:lvl1pPr>
            <a:lvl2pPr algn="l">
              <a:defRPr sz="3675" b="1">
                <a:solidFill>
                  <a:srgbClr val="B02A1F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defRPr>
            </a:lvl2pPr>
            <a:lvl3pPr algn="l">
              <a:defRPr sz="3675" b="1">
                <a:solidFill>
                  <a:srgbClr val="B02A1F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defRPr>
            </a:lvl3pPr>
            <a:lvl4pPr algn="l">
              <a:defRPr sz="3675" b="1">
                <a:solidFill>
                  <a:srgbClr val="B02A1F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defRPr>
            </a:lvl4pPr>
            <a:lvl5pPr algn="l">
              <a:defRPr sz="3675" b="1">
                <a:solidFill>
                  <a:srgbClr val="B02A1F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defRPr>
            </a:lvl5pPr>
            <a:lvl6pPr algn="l">
              <a:defRPr sz="3675" b="1">
                <a:solidFill>
                  <a:srgbClr val="B02A1F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defRPr>
            </a:lvl6pPr>
            <a:lvl7pPr algn="l">
              <a:defRPr sz="3675" b="1">
                <a:solidFill>
                  <a:srgbClr val="B02A1F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defRPr>
            </a:lvl7pPr>
            <a:lvl8pPr algn="l">
              <a:defRPr sz="3675" b="1">
                <a:solidFill>
                  <a:srgbClr val="B02A1F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defRPr>
            </a:lvl8pPr>
            <a:lvl9pPr algn="l">
              <a:defRPr sz="3675" b="1">
                <a:solidFill>
                  <a:srgbClr val="B02A1F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defRPr>
            </a:lvl9pPr>
          </a:lstStyle>
          <a:p>
            <a:pPr algn="l">
              <a:defRPr sz="3675" b="1">
                <a:solidFill>
                  <a:srgbClr val="B02A1F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defRPr>
            </a:pPr>
            <a:r>
              <a:rPr sz="3675" b="1">
                <a:solidFill>
                  <a:srgbClr val="B02A1F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rPr>
              <a:t>AI 评价 70%  +  规则 30%</a:t>
            </a:r>
            <a:endParaRPr sz="3675" b="1">
              <a:solidFill>
                <a:srgbClr val="B02A1F"/>
              </a:solidFill>
              <a:latin typeface="Songti SC" panose="02010800040101010101" charset="-122"/>
              <a:ea typeface="Songti SC" panose="02010800040101010101" charset="-122"/>
              <a:cs typeface="Songti SC" panose="02010800040101010101" charset="-122"/>
            </a:endParaRPr>
          </a:p>
        </p:txBody>
      </p:sp>
      <p:sp>
        <p:nvSpPr>
          <p:cNvPr id="9" name="text-113"/>
          <p:cNvSpPr>
            <a:spLocks noGrp="1"/>
          </p:cNvSpPr>
          <p:nvPr/>
        </p:nvSpPr>
        <p:spPr>
          <a:xfrm>
            <a:off x="619125" y="2981325"/>
            <a:ext cx="1095375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2B2B2B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defPPr>
            <a:lvl1pPr algn="l">
              <a:defRPr sz="1875" b="0">
                <a:solidFill>
                  <a:srgbClr val="2B2B2B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1pPr>
            <a:lvl2pPr algn="l">
              <a:defRPr sz="1875" b="0">
                <a:solidFill>
                  <a:srgbClr val="2B2B2B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2pPr>
            <a:lvl3pPr algn="l">
              <a:defRPr sz="1875" b="0">
                <a:solidFill>
                  <a:srgbClr val="2B2B2B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3pPr>
            <a:lvl4pPr algn="l">
              <a:defRPr sz="1875" b="0">
                <a:solidFill>
                  <a:srgbClr val="2B2B2B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4pPr>
            <a:lvl5pPr algn="l">
              <a:defRPr sz="1875" b="0">
                <a:solidFill>
                  <a:srgbClr val="2B2B2B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5pPr>
            <a:lvl6pPr algn="l">
              <a:defRPr sz="1875" b="0">
                <a:solidFill>
                  <a:srgbClr val="2B2B2B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6pPr>
            <a:lvl7pPr algn="l">
              <a:defRPr sz="1875" b="0">
                <a:solidFill>
                  <a:srgbClr val="2B2B2B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7pPr>
            <a:lvl8pPr algn="l">
              <a:defRPr sz="1875" b="0">
                <a:solidFill>
                  <a:srgbClr val="2B2B2B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8pPr>
            <a:lvl9pPr algn="l">
              <a:defRPr sz="1875" b="0">
                <a:solidFill>
                  <a:srgbClr val="2B2B2B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9pPr>
          </a:lstStyle>
          <a:p>
            <a:pPr algn="l">
              <a:defRPr sz="1875" b="0">
                <a:solidFill>
                  <a:srgbClr val="2B2B2B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pPr>
            <a:r>
              <a:rPr sz="1875" b="0">
                <a:solidFill>
                  <a:srgbClr val="2B2B2B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rPr>
              <a:t>抗压能力  /  脸皮厚度  /  离谱程度  /  眼神坚定度  /  就业潜力</a:t>
            </a:r>
            <a:endParaRPr sz="1875" b="0">
              <a:solidFill>
                <a:srgbClr val="2B2B2B"/>
              </a:solidFill>
              <a:latin typeface="Heiti TC" panose="02000000000000000000" charset="-122"/>
              <a:ea typeface="Heiti TC" panose="02000000000000000000" charset="-122"/>
              <a:cs typeface="Heiti TC" panose="02000000000000000000" charset="-122"/>
            </a:endParaRPr>
          </a:p>
        </p:txBody>
      </p:sp>
      <p:graphicFrame>
        <p:nvGraphicFramePr>
          <p:cNvPr id="10" name="表格 9"/>
          <p:cNvGraphicFramePr/>
          <p:nvPr/>
        </p:nvGraphicFramePr>
        <p:xfrm>
          <a:off x="628650" y="3790950"/>
          <a:ext cx="6477000" cy="2095500"/>
        </p:xfrm>
        <a:graphic>
          <a:graphicData uri="http://schemas.openxmlformats.org/drawingml/2006/table">
            <a:tbl>
              <a:tblPr/>
              <a:tblGrid>
                <a:gridCol w="4095750"/>
                <a:gridCol w="2381250"/>
              </a:tblGrid>
              <a:tr h="52387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DF8EE"/>
                          </a:solidFill>
                          <a:latin typeface="Heiti TC" panose="02000000000000000000" charset="-122"/>
                          <a:ea typeface="Heiti TC" panose="02000000000000000000" charset="-122"/>
                          <a:cs typeface="Heiti TC" panose="02000000000000000000" charset="-122"/>
                        </a:rPr>
                        <a:t>最终五维均分</a:t>
                      </a:r>
                      <a:endParaRPr sz="1800" b="1">
                        <a:solidFill>
                          <a:srgbClr val="FDF8EE"/>
                        </a:solidFill>
                        <a:latin typeface="Heiti TC" panose="02000000000000000000" charset="-122"/>
                        <a:ea typeface="Heiti TC" panose="02000000000000000000" charset="-122"/>
                        <a:cs typeface="Heiti TC" panose="02000000000000000000" charset="-122"/>
                      </a:endParaRPr>
                    </a:p>
                  </a:txBody>
                  <a:tcPr marL="114300" marR="114300" marT="114300" marB="114300" anchor="ctr">
                    <a:lnL w="9525">
                      <a:solidFill>
                        <a:srgbClr val="D7CBB3"/>
                      </a:solidFill>
                      <a:prstDash val="solid"/>
                    </a:lnL>
                    <a:lnR w="9525">
                      <a:solidFill>
                        <a:srgbClr val="D7CBB3"/>
                      </a:solidFill>
                      <a:prstDash val="solid"/>
                    </a:lnR>
                    <a:lnT w="9525">
                      <a:solidFill>
                        <a:srgbClr val="D7CBB3"/>
                      </a:solidFill>
                      <a:prstDash val="solid"/>
                    </a:lnT>
                    <a:lnB w="9525">
                      <a:solidFill>
                        <a:srgbClr val="D7CBB3"/>
                      </a:solidFill>
                      <a:prstDash val="solid"/>
                    </a:lnB>
                    <a:solidFill>
                      <a:srgbClr val="B02A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DF8EE"/>
                          </a:solidFill>
                          <a:latin typeface="Heiti TC" panose="02000000000000000000" charset="-122"/>
                          <a:ea typeface="Heiti TC" panose="02000000000000000000" charset="-122"/>
                          <a:cs typeface="Heiti TC" panose="02000000000000000000" charset="-122"/>
                        </a:rPr>
                        <a:t>结果</a:t>
                      </a:r>
                      <a:endParaRPr sz="1800" b="1">
                        <a:solidFill>
                          <a:srgbClr val="FDF8EE"/>
                        </a:solidFill>
                        <a:latin typeface="Heiti TC" panose="02000000000000000000" charset="-122"/>
                        <a:ea typeface="Heiti TC" panose="02000000000000000000" charset="-122"/>
                        <a:cs typeface="Heiti TC" panose="02000000000000000000" charset="-122"/>
                      </a:endParaRPr>
                    </a:p>
                  </a:txBody>
                  <a:tcPr marL="114300" marR="114300" marT="114300" marB="114300" anchor="ctr">
                    <a:lnR w="9525">
                      <a:solidFill>
                        <a:srgbClr val="D7CBB3"/>
                      </a:solidFill>
                      <a:prstDash val="solid"/>
                    </a:lnR>
                    <a:lnT w="9525">
                      <a:solidFill>
                        <a:srgbClr val="D7CBB3"/>
                      </a:solidFill>
                      <a:prstDash val="solid"/>
                    </a:lnT>
                    <a:lnB w="9525">
                      <a:solidFill>
                        <a:srgbClr val="D7CBB3"/>
                      </a:solidFill>
                      <a:prstDash val="solid"/>
                    </a:lnB>
                    <a:solidFill>
                      <a:srgbClr val="B02A1F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B2B2B"/>
                          </a:solidFill>
                          <a:latin typeface="Heiti TC" panose="02000000000000000000" charset="-122"/>
                          <a:ea typeface="Heiti TC" panose="02000000000000000000" charset="-122"/>
                          <a:cs typeface="Heiti TC" panose="02000000000000000000" charset="-122"/>
                        </a:rPr>
                        <a:t>≥ 6.5</a:t>
                      </a:r>
                      <a:endParaRPr sz="1800" b="0">
                        <a:solidFill>
                          <a:srgbClr val="2B2B2B"/>
                        </a:solidFill>
                        <a:latin typeface="Heiti TC" panose="02000000000000000000" charset="-122"/>
                        <a:ea typeface="Heiti TC" panose="02000000000000000000" charset="-122"/>
                        <a:cs typeface="Heiti TC" panose="02000000000000000000" charset="-122"/>
                      </a:endParaRPr>
                    </a:p>
                  </a:txBody>
                  <a:tcPr marL="114300" marR="114300" marT="114300" marB="114300" anchor="ctr">
                    <a:lnL w="9525">
                      <a:solidFill>
                        <a:srgbClr val="D7CBB3"/>
                      </a:solidFill>
                      <a:prstDash val="solid"/>
                    </a:lnL>
                    <a:lnR w="9525">
                      <a:solidFill>
                        <a:srgbClr val="D7CBB3"/>
                      </a:solidFill>
                      <a:prstDash val="solid"/>
                    </a:lnR>
                    <a:lnB w="9525">
                      <a:solidFill>
                        <a:srgbClr val="D7CBB3"/>
                      </a:solidFill>
                      <a:prstDash val="solid"/>
                    </a:lnB>
                    <a:solidFill>
                      <a:srgbClr val="FDF8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B2B2B"/>
                          </a:solidFill>
                          <a:latin typeface="Heiti TC" panose="02000000000000000000" charset="-122"/>
                          <a:ea typeface="Heiti TC" panose="02000000000000000000" charset="-122"/>
                          <a:cs typeface="Heiti TC" panose="02000000000000000000" charset="-122"/>
                        </a:rPr>
                        <a:t>录用</a:t>
                      </a:r>
                      <a:endParaRPr sz="1800" b="0">
                        <a:solidFill>
                          <a:srgbClr val="2B2B2B"/>
                        </a:solidFill>
                        <a:latin typeface="Heiti TC" panose="02000000000000000000" charset="-122"/>
                        <a:ea typeface="Heiti TC" panose="02000000000000000000" charset="-122"/>
                        <a:cs typeface="Heiti TC" panose="02000000000000000000" charset="-122"/>
                      </a:endParaRPr>
                    </a:p>
                  </a:txBody>
                  <a:tcPr marL="114300" marR="114300" marT="114300" marB="114300" anchor="ctr">
                    <a:lnR w="9525">
                      <a:solidFill>
                        <a:srgbClr val="D7CBB3"/>
                      </a:solidFill>
                      <a:prstDash val="solid"/>
                    </a:lnR>
                    <a:lnB w="9525">
                      <a:solidFill>
                        <a:srgbClr val="D7CBB3"/>
                      </a:solidFill>
                      <a:prstDash val="solid"/>
                    </a:lnB>
                    <a:solidFill>
                      <a:srgbClr val="FDF8EE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B2B2B"/>
                          </a:solidFill>
                          <a:latin typeface="Heiti TC" panose="02000000000000000000" charset="-122"/>
                          <a:ea typeface="Heiti TC" panose="02000000000000000000" charset="-122"/>
                          <a:cs typeface="Heiti TC" panose="02000000000000000000" charset="-122"/>
                        </a:rPr>
                        <a:t>3.5 ≤ 均分 &lt; 6.5</a:t>
                      </a:r>
                      <a:endParaRPr sz="1800" b="0">
                        <a:solidFill>
                          <a:srgbClr val="2B2B2B"/>
                        </a:solidFill>
                        <a:latin typeface="Heiti TC" panose="02000000000000000000" charset="-122"/>
                        <a:ea typeface="Heiti TC" panose="02000000000000000000" charset="-122"/>
                        <a:cs typeface="Heiti TC" panose="02000000000000000000" charset="-122"/>
                      </a:endParaRPr>
                    </a:p>
                  </a:txBody>
                  <a:tcPr marL="114300" marR="114300" marT="114300" marB="114300" anchor="ctr">
                    <a:lnL w="9525">
                      <a:solidFill>
                        <a:srgbClr val="D7CBB3"/>
                      </a:solidFill>
                      <a:prstDash val="solid"/>
                    </a:lnL>
                    <a:lnR w="9525">
                      <a:solidFill>
                        <a:srgbClr val="D7CBB3"/>
                      </a:solidFill>
                      <a:prstDash val="solid"/>
                    </a:lnR>
                    <a:lnB w="9525">
                      <a:solidFill>
                        <a:srgbClr val="D7CBB3"/>
                      </a:solidFill>
                      <a:prstDash val="solid"/>
                    </a:lnB>
                    <a:solidFill>
                      <a:srgbClr val="FDF8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B2B2B"/>
                          </a:solidFill>
                          <a:latin typeface="Heiti TC" panose="02000000000000000000" charset="-122"/>
                          <a:ea typeface="Heiti TC" panose="02000000000000000000" charset="-122"/>
                          <a:cs typeface="Heiti TC" panose="02000000000000000000" charset="-122"/>
                        </a:rPr>
                        <a:t>待定</a:t>
                      </a:r>
                      <a:endParaRPr sz="1800" b="0">
                        <a:solidFill>
                          <a:srgbClr val="2B2B2B"/>
                        </a:solidFill>
                        <a:latin typeface="Heiti TC" panose="02000000000000000000" charset="-122"/>
                        <a:ea typeface="Heiti TC" panose="02000000000000000000" charset="-122"/>
                        <a:cs typeface="Heiti TC" panose="02000000000000000000" charset="-122"/>
                      </a:endParaRPr>
                    </a:p>
                  </a:txBody>
                  <a:tcPr marL="114300" marR="114300" marT="114300" marB="114300" anchor="ctr">
                    <a:lnR w="9525">
                      <a:solidFill>
                        <a:srgbClr val="D7CBB3"/>
                      </a:solidFill>
                      <a:prstDash val="solid"/>
                    </a:lnR>
                    <a:lnB w="9525">
                      <a:solidFill>
                        <a:srgbClr val="D7CBB3"/>
                      </a:solidFill>
                      <a:prstDash val="solid"/>
                    </a:lnB>
                    <a:solidFill>
                      <a:srgbClr val="FDF8EE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B2B2B"/>
                          </a:solidFill>
                          <a:latin typeface="Heiti TC" panose="02000000000000000000" charset="-122"/>
                          <a:ea typeface="Heiti TC" panose="02000000000000000000" charset="-122"/>
                          <a:cs typeface="Heiti TC" panose="02000000000000000000" charset="-122"/>
                        </a:rPr>
                        <a:t>&lt; 3.5</a:t>
                      </a:r>
                      <a:endParaRPr sz="1800" b="0">
                        <a:solidFill>
                          <a:srgbClr val="2B2B2B"/>
                        </a:solidFill>
                        <a:latin typeface="Heiti TC" panose="02000000000000000000" charset="-122"/>
                        <a:ea typeface="Heiti TC" panose="02000000000000000000" charset="-122"/>
                        <a:cs typeface="Heiti TC" panose="02000000000000000000" charset="-122"/>
                      </a:endParaRPr>
                    </a:p>
                  </a:txBody>
                  <a:tcPr marL="114300" marR="114300" marT="114300" marB="114300" anchor="ctr">
                    <a:lnL w="9525">
                      <a:solidFill>
                        <a:srgbClr val="D7CBB3"/>
                      </a:solidFill>
                      <a:prstDash val="solid"/>
                    </a:lnL>
                    <a:lnR w="9525">
                      <a:solidFill>
                        <a:srgbClr val="D7CBB3"/>
                      </a:solidFill>
                      <a:prstDash val="solid"/>
                    </a:lnR>
                    <a:lnB w="9525">
                      <a:solidFill>
                        <a:srgbClr val="D7CBB3"/>
                      </a:solidFill>
                      <a:prstDash val="solid"/>
                    </a:lnB>
                    <a:solidFill>
                      <a:srgbClr val="FDF8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B2B2B"/>
                          </a:solidFill>
                          <a:latin typeface="Heiti TC" panose="02000000000000000000" charset="-122"/>
                          <a:ea typeface="Heiti TC" panose="02000000000000000000" charset="-122"/>
                          <a:cs typeface="Heiti TC" panose="02000000000000000000" charset="-122"/>
                        </a:rPr>
                        <a:t>淘汰</a:t>
                      </a:r>
                      <a:endParaRPr sz="1800" b="0">
                        <a:solidFill>
                          <a:srgbClr val="2B2B2B"/>
                        </a:solidFill>
                        <a:latin typeface="Heiti TC" panose="02000000000000000000" charset="-122"/>
                        <a:ea typeface="Heiti TC" panose="02000000000000000000" charset="-122"/>
                        <a:cs typeface="Heiti TC" panose="02000000000000000000" charset="-122"/>
                      </a:endParaRPr>
                    </a:p>
                  </a:txBody>
                  <a:tcPr marL="114300" marR="114300" marT="114300" marB="114300" anchor="ctr">
                    <a:lnR w="9525">
                      <a:solidFill>
                        <a:srgbClr val="D7CBB3"/>
                      </a:solidFill>
                      <a:prstDash val="solid"/>
                    </a:lnR>
                    <a:lnB w="9525">
                      <a:solidFill>
                        <a:srgbClr val="D7CBB3"/>
                      </a:solidFill>
                      <a:prstDash val="solid"/>
                    </a:lnB>
                    <a:solidFill>
                      <a:srgbClr val="FDF8EE"/>
                    </a:solidFill>
                  </a:tcPr>
                </a:tc>
              </a:tr>
            </a:tbl>
          </a:graphicData>
        </a:graphic>
      </p:graphicFrame>
      <p:sp>
        <p:nvSpPr>
          <p:cNvPr id="11" name="text-114"/>
          <p:cNvSpPr>
            <a:spLocks noGrp="1"/>
          </p:cNvSpPr>
          <p:nvPr/>
        </p:nvSpPr>
        <p:spPr>
          <a:xfrm>
            <a:off x="7810500" y="3857625"/>
            <a:ext cx="342900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1">
                <a:solidFill>
                  <a:srgbClr val="2B2B2B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defRPr>
            </a:defPPr>
            <a:lvl1pPr algn="l">
              <a:defRPr sz="2175" b="1">
                <a:solidFill>
                  <a:srgbClr val="2B2B2B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defRPr>
            </a:lvl1pPr>
            <a:lvl2pPr algn="l">
              <a:defRPr sz="2175" b="1">
                <a:solidFill>
                  <a:srgbClr val="2B2B2B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defRPr>
            </a:lvl2pPr>
            <a:lvl3pPr algn="l">
              <a:defRPr sz="2175" b="1">
                <a:solidFill>
                  <a:srgbClr val="2B2B2B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defRPr>
            </a:lvl3pPr>
            <a:lvl4pPr algn="l">
              <a:defRPr sz="2175" b="1">
                <a:solidFill>
                  <a:srgbClr val="2B2B2B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defRPr>
            </a:lvl4pPr>
            <a:lvl5pPr algn="l">
              <a:defRPr sz="2175" b="1">
                <a:solidFill>
                  <a:srgbClr val="2B2B2B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defRPr>
            </a:lvl5pPr>
            <a:lvl6pPr algn="l">
              <a:defRPr sz="2175" b="1">
                <a:solidFill>
                  <a:srgbClr val="2B2B2B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defRPr>
            </a:lvl6pPr>
            <a:lvl7pPr algn="l">
              <a:defRPr sz="2175" b="1">
                <a:solidFill>
                  <a:srgbClr val="2B2B2B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defRPr>
            </a:lvl7pPr>
            <a:lvl8pPr algn="l">
              <a:defRPr sz="2175" b="1">
                <a:solidFill>
                  <a:srgbClr val="2B2B2B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defRPr>
            </a:lvl8pPr>
            <a:lvl9pPr algn="l">
              <a:defRPr sz="2175" b="1">
                <a:solidFill>
                  <a:srgbClr val="2B2B2B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defRPr>
            </a:lvl9pPr>
          </a:lstStyle>
          <a:p>
            <a:pPr algn="l">
              <a:defRPr sz="2175" b="1">
                <a:solidFill>
                  <a:srgbClr val="2B2B2B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defRPr>
            </a:pPr>
            <a:r>
              <a:rPr sz="2175" b="1">
                <a:solidFill>
                  <a:srgbClr val="2B2B2B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rPr>
              <a:t>规则看行动与应变，</a:t>
            </a:r>
            <a:endParaRPr sz="2175" b="1">
              <a:solidFill>
                <a:srgbClr val="2B2B2B"/>
              </a:solidFill>
              <a:latin typeface="Songti SC" panose="02010800040101010101" charset="-122"/>
              <a:ea typeface="Songti SC" panose="02010800040101010101" charset="-122"/>
              <a:cs typeface="Songti SC" panose="02010800040101010101" charset="-122"/>
            </a:endParaRPr>
          </a:p>
          <a:p>
            <a:pPr algn="l">
              <a:defRPr sz="2175" b="1">
                <a:solidFill>
                  <a:srgbClr val="2B2B2B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defRPr>
            </a:pPr>
            <a:r>
              <a:rPr sz="2175" b="1">
                <a:solidFill>
                  <a:srgbClr val="2B2B2B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rPr>
              <a:t>不按字数加分</a:t>
            </a:r>
            <a:endParaRPr sz="2175" b="1">
              <a:solidFill>
                <a:srgbClr val="2B2B2B"/>
              </a:solidFill>
              <a:latin typeface="Songti SC" panose="02010800040101010101" charset="-122"/>
              <a:ea typeface="Songti SC" panose="02010800040101010101" charset="-122"/>
              <a:cs typeface="Songti SC" panose="02010800040101010101" charset="-122"/>
            </a:endParaRPr>
          </a:p>
        </p:txBody>
      </p:sp>
      <p:sp>
        <p:nvSpPr>
          <p:cNvPr id="12" name="text-115"/>
          <p:cNvSpPr>
            <a:spLocks noGrp="1"/>
          </p:cNvSpPr>
          <p:nvPr/>
        </p:nvSpPr>
        <p:spPr>
          <a:xfrm>
            <a:off x="7810500" y="4962525"/>
            <a:ext cx="342900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defPPr>
            <a:lvl1pPr algn="l">
              <a:defRPr sz="195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1pPr>
            <a:lvl2pPr algn="l">
              <a:defRPr sz="195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2pPr>
            <a:lvl3pPr algn="l">
              <a:defRPr sz="195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3pPr>
            <a:lvl4pPr algn="l">
              <a:defRPr sz="195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4pPr>
            <a:lvl5pPr algn="l">
              <a:defRPr sz="195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5pPr>
            <a:lvl6pPr algn="l">
              <a:defRPr sz="195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6pPr>
            <a:lvl7pPr algn="l">
              <a:defRPr sz="195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7pPr>
            <a:lvl8pPr algn="l">
              <a:defRPr sz="195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8pPr>
            <a:lvl9pPr algn="l">
              <a:defRPr sz="195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9pPr>
          </a:lstStyle>
          <a:p>
            <a:pPr algn="l">
              <a:defRPr sz="195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pPr>
            <a:r>
              <a:rPr sz="195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rPr>
              <a:t>分数、批示和印章</a:t>
            </a:r>
            <a:endParaRPr sz="1950" b="0">
              <a:solidFill>
                <a:srgbClr val="85765C"/>
              </a:solidFill>
              <a:latin typeface="Heiti TC" panose="02000000000000000000" charset="-122"/>
              <a:ea typeface="Heiti TC" panose="02000000000000000000" charset="-122"/>
              <a:cs typeface="Heiti TC" panose="02000000000000000000" charset="-122"/>
            </a:endParaRPr>
          </a:p>
          <a:p>
            <a:pPr algn="l">
              <a:defRPr sz="195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pPr>
            <a:r>
              <a:rPr sz="195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rPr>
              <a:t>由后端统一判定</a:t>
            </a:r>
            <a:endParaRPr sz="1950" b="0">
              <a:solidFill>
                <a:srgbClr val="85765C"/>
              </a:solidFill>
              <a:latin typeface="Heiti TC" panose="02000000000000000000" charset="-122"/>
              <a:ea typeface="Heiti TC" panose="02000000000000000000" charset="-122"/>
              <a:cs typeface="Heiti TC" panose="02000000000000000000" charset="-122"/>
            </a:endParaRPr>
          </a:p>
        </p:txBody>
      </p:sp>
      <p:sp>
        <p:nvSpPr>
          <p:cNvPr id="13" name="text-116"/>
          <p:cNvSpPr>
            <a:spLocks noGrp="1"/>
          </p:cNvSpPr>
          <p:nvPr/>
        </p:nvSpPr>
        <p:spPr>
          <a:xfrm>
            <a:off x="619125" y="6019800"/>
            <a:ext cx="10953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defPPr>
            <a:lvl1pPr algn="l">
              <a:defRPr sz="1275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1pPr>
            <a:lvl2pPr algn="l">
              <a:defRPr sz="1275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2pPr>
            <a:lvl3pPr algn="l">
              <a:defRPr sz="1275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3pPr>
            <a:lvl4pPr algn="l">
              <a:defRPr sz="1275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4pPr>
            <a:lvl5pPr algn="l">
              <a:defRPr sz="1275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5pPr>
            <a:lvl6pPr algn="l">
              <a:defRPr sz="1275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6pPr>
            <a:lvl7pPr algn="l">
              <a:defRPr sz="1275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7pPr>
            <a:lvl8pPr algn="l">
              <a:defRPr sz="1275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8pPr>
            <a:lvl9pPr algn="l">
              <a:defRPr sz="1275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9pPr>
          </a:lstStyle>
          <a:p>
            <a:pPr algn="l">
              <a:defRPr sz="1275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pPr>
            <a:r>
              <a:rPr sz="1275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rPr>
              <a:t>仅供校园娱乐；“眼神坚定度”是回答表现指标，未测量眼神。无有效回答时单独标为“未评定”。</a:t>
            </a:r>
            <a:endParaRPr sz="1275" b="0">
              <a:solidFill>
                <a:srgbClr val="85765C"/>
              </a:solidFill>
              <a:latin typeface="Heiti TC" panose="02000000000000000000" charset="-122"/>
              <a:ea typeface="Heiti TC" panose="02000000000000000000" charset="-122"/>
              <a:cs typeface="Heiti TC" panose="02000000000000000000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EFD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7" name="text-117"/>
          <p:cNvSpPr>
            <a:spLocks noGrp="1"/>
          </p:cNvSpPr>
          <p:nvPr/>
        </p:nvSpPr>
        <p:spPr>
          <a:xfrm>
            <a:off x="609600" y="285750"/>
            <a:ext cx="63817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200" b="0">
                <a:solidFill>
                  <a:srgbClr val="B02A1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 algn="l">
              <a:defRPr sz="1200" b="0">
                <a:solidFill>
                  <a:srgbClr val="B02A1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 algn="l">
              <a:defRPr sz="1200" b="0">
                <a:solidFill>
                  <a:srgbClr val="B02A1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 algn="l">
              <a:defRPr sz="1200" b="0">
                <a:solidFill>
                  <a:srgbClr val="B02A1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 algn="l">
              <a:defRPr sz="1200" b="0">
                <a:solidFill>
                  <a:srgbClr val="B02A1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 algn="l">
              <a:defRPr sz="1200" b="0">
                <a:solidFill>
                  <a:srgbClr val="B02A1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 algn="l">
              <a:defRPr sz="1200" b="0">
                <a:solidFill>
                  <a:srgbClr val="B02A1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 algn="l">
              <a:defRPr sz="1200" b="0">
                <a:solidFill>
                  <a:srgbClr val="B02A1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 algn="l">
              <a:defRPr sz="1200" b="0">
                <a:solidFill>
                  <a:srgbClr val="B02A1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 algn="l">
              <a:defRPr sz="1200" b="0">
                <a:solidFill>
                  <a:srgbClr val="B02A1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 algn="l">
              <a:defRPr sz="1200" b="0">
                <a:solidFill>
                  <a:srgbClr val="B02A1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00" b="0">
                <a:solidFill>
                  <a:srgbClr val="B02A1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OFFER 大作战 · 校园人事部</a:t>
            </a:r>
            <a:endParaRPr sz="1200" b="0">
              <a:solidFill>
                <a:srgbClr val="B02A1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" name="text-118"/>
          <p:cNvSpPr>
            <a:spLocks noGrp="1"/>
          </p:cNvSpPr>
          <p:nvPr/>
        </p:nvSpPr>
        <p:spPr>
          <a:xfrm>
            <a:off x="9144000" y="285750"/>
            <a:ext cx="24384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20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defPPr>
            <a:lvl1pPr algn="r">
              <a:defRPr sz="120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1pPr>
            <a:lvl2pPr algn="r">
              <a:defRPr sz="120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2pPr>
            <a:lvl3pPr algn="r">
              <a:defRPr sz="120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3pPr>
            <a:lvl4pPr algn="r">
              <a:defRPr sz="120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4pPr>
            <a:lvl5pPr algn="r">
              <a:defRPr sz="120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5pPr>
            <a:lvl6pPr algn="r">
              <a:defRPr sz="120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6pPr>
            <a:lvl7pPr algn="r">
              <a:defRPr sz="120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7pPr>
            <a:lvl8pPr algn="r">
              <a:defRPr sz="120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8pPr>
            <a:lvl9pPr algn="r">
              <a:defRPr sz="120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9pPr>
          </a:lstStyle>
          <a:p>
            <a:pPr algn="r">
              <a:defRPr sz="120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pPr>
            <a:r>
              <a:rPr sz="120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rPr>
              <a:t>工程细节</a:t>
            </a:r>
            <a:endParaRPr sz="1200" b="0">
              <a:solidFill>
                <a:srgbClr val="85765C"/>
              </a:solidFill>
              <a:latin typeface="Heiti TC" panose="02000000000000000000" charset="-122"/>
              <a:ea typeface="Heiti TC" panose="02000000000000000000" charset="-122"/>
              <a:cs typeface="Heiti TC" panose="02000000000000000000" charset="-122"/>
            </a:endParaRPr>
          </a:p>
        </p:txBody>
      </p:sp>
      <p:sp>
        <p:nvSpPr>
          <p:cNvPr id="3" name="rule-119"/>
          <p:cNvSpPr>
            <a:spLocks noGrp="1"/>
          </p:cNvSpPr>
          <p:nvPr/>
        </p:nvSpPr>
        <p:spPr>
          <a:xfrm>
            <a:off x="609600" y="723900"/>
            <a:ext cx="10972800" cy="0"/>
          </a:xfrm>
          <a:prstGeom prst="line">
            <a:avLst/>
          </a:prstGeom>
          <a:noFill/>
          <a:ln w="14288">
            <a:solidFill>
              <a:srgbClr val="2B2B2B"/>
            </a:solidFill>
            <a:prstDash val="solid"/>
          </a:ln>
        </p:spPr>
      </p:sp>
      <p:sp>
        <p:nvSpPr>
          <p:cNvPr id="4" name="slide-9-title"/>
          <p:cNvSpPr>
            <a:spLocks noGrp="1"/>
          </p:cNvSpPr>
          <p:nvPr/>
        </p:nvSpPr>
        <p:spPr>
          <a:xfrm>
            <a:off x="609600" y="1000125"/>
            <a:ext cx="109728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300" b="1">
                <a:solidFill>
                  <a:srgbClr val="2B2B2B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defRPr>
            </a:defPPr>
            <a:lvl1pPr algn="l">
              <a:defRPr sz="3300" b="1">
                <a:solidFill>
                  <a:srgbClr val="2B2B2B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defRPr>
            </a:lvl1pPr>
            <a:lvl2pPr algn="l">
              <a:defRPr sz="3300" b="1">
                <a:solidFill>
                  <a:srgbClr val="2B2B2B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defRPr>
            </a:lvl2pPr>
            <a:lvl3pPr algn="l">
              <a:defRPr sz="3300" b="1">
                <a:solidFill>
                  <a:srgbClr val="2B2B2B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defRPr>
            </a:lvl3pPr>
            <a:lvl4pPr algn="l">
              <a:defRPr sz="3300" b="1">
                <a:solidFill>
                  <a:srgbClr val="2B2B2B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defRPr>
            </a:lvl4pPr>
            <a:lvl5pPr algn="l">
              <a:defRPr sz="3300" b="1">
                <a:solidFill>
                  <a:srgbClr val="2B2B2B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defRPr>
            </a:lvl5pPr>
            <a:lvl6pPr algn="l">
              <a:defRPr sz="3300" b="1">
                <a:solidFill>
                  <a:srgbClr val="2B2B2B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defRPr>
            </a:lvl6pPr>
            <a:lvl7pPr algn="l">
              <a:defRPr sz="3300" b="1">
                <a:solidFill>
                  <a:srgbClr val="2B2B2B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defRPr>
            </a:lvl7pPr>
            <a:lvl8pPr algn="l">
              <a:defRPr sz="3300" b="1">
                <a:solidFill>
                  <a:srgbClr val="2B2B2B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defRPr>
            </a:lvl8pPr>
            <a:lvl9pPr algn="l">
              <a:defRPr sz="3300" b="1">
                <a:solidFill>
                  <a:srgbClr val="2B2B2B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defRPr>
            </a:lvl9pPr>
          </a:lstStyle>
          <a:p>
            <a:pPr algn="l">
              <a:defRPr sz="3300" b="1">
                <a:solidFill>
                  <a:srgbClr val="2B2B2B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defRPr>
            </a:pPr>
            <a:r>
              <a:rPr sz="3300" b="1">
                <a:solidFill>
                  <a:srgbClr val="2B2B2B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rPr>
              <a:t>现场稳定性，落在具体交互里</a:t>
            </a:r>
            <a:endParaRPr sz="3300" b="1">
              <a:solidFill>
                <a:srgbClr val="2B2B2B"/>
              </a:solidFill>
              <a:latin typeface="Songti SC" panose="02010800040101010101" charset="-122"/>
              <a:ea typeface="Songti SC" panose="02010800040101010101" charset="-122"/>
              <a:cs typeface="Songti SC" panose="02010800040101010101" charset="-122"/>
            </a:endParaRPr>
          </a:p>
        </p:txBody>
      </p:sp>
      <p:sp>
        <p:nvSpPr>
          <p:cNvPr id="5" name="rule-120"/>
          <p:cNvSpPr>
            <a:spLocks noGrp="1"/>
          </p:cNvSpPr>
          <p:nvPr/>
        </p:nvSpPr>
        <p:spPr>
          <a:xfrm>
            <a:off x="609600" y="6372225"/>
            <a:ext cx="10972800" cy="0"/>
          </a:xfrm>
          <a:prstGeom prst="line">
            <a:avLst/>
          </a:prstGeom>
          <a:noFill/>
          <a:ln w="9525">
            <a:solidFill>
              <a:srgbClr val="D7CBB3"/>
            </a:solidFill>
            <a:prstDash val="solid"/>
          </a:ln>
        </p:spPr>
      </p:sp>
      <p:sp>
        <p:nvSpPr>
          <p:cNvPr id="6" name="text-121"/>
          <p:cNvSpPr>
            <a:spLocks noGrp="1"/>
          </p:cNvSpPr>
          <p:nvPr/>
        </p:nvSpPr>
        <p:spPr>
          <a:xfrm>
            <a:off x="609600" y="6496050"/>
            <a:ext cx="71437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defPPr>
            <a:lvl1pPr algn="l">
              <a:defRPr sz="1125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1pPr>
            <a:lvl2pPr algn="l">
              <a:defRPr sz="1125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2pPr>
            <a:lvl3pPr algn="l">
              <a:defRPr sz="1125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3pPr>
            <a:lvl4pPr algn="l">
              <a:defRPr sz="1125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4pPr>
            <a:lvl5pPr algn="l">
              <a:defRPr sz="1125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5pPr>
            <a:lvl6pPr algn="l">
              <a:defRPr sz="1125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6pPr>
            <a:lvl7pPr algn="l">
              <a:defRPr sz="1125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7pPr>
            <a:lvl8pPr algn="l">
              <a:defRPr sz="1125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8pPr>
            <a:lvl9pPr algn="l">
              <a:defRPr sz="1125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9pPr>
          </a:lstStyle>
          <a:p>
            <a:pPr algn="l">
              <a:defRPr sz="1125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pPr>
            <a:r>
              <a:rPr sz="1125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rPr>
              <a:t>有请下一队  /  黄淮学院</a:t>
            </a:r>
            <a:endParaRPr sz="1125" b="0">
              <a:solidFill>
                <a:srgbClr val="85765C"/>
              </a:solidFill>
              <a:latin typeface="Heiti TC" panose="02000000000000000000" charset="-122"/>
              <a:ea typeface="Heiti TC" panose="02000000000000000000" charset="-122"/>
              <a:cs typeface="Heiti TC" panose="02000000000000000000" charset="-122"/>
            </a:endParaRPr>
          </a:p>
        </p:txBody>
      </p:sp>
      <p:sp>
        <p:nvSpPr>
          <p:cNvPr id="7" name="text-122"/>
          <p:cNvSpPr>
            <a:spLocks noGrp="1"/>
          </p:cNvSpPr>
          <p:nvPr/>
        </p:nvSpPr>
        <p:spPr>
          <a:xfrm>
            <a:off x="10334625" y="6496050"/>
            <a:ext cx="1238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125" b="0">
                <a:solidFill>
                  <a:srgbClr val="85765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 algn="r">
              <a:defRPr sz="1125" b="0">
                <a:solidFill>
                  <a:srgbClr val="85765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 algn="r">
              <a:defRPr sz="1125" b="0">
                <a:solidFill>
                  <a:srgbClr val="85765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 algn="r">
              <a:defRPr sz="1125" b="0">
                <a:solidFill>
                  <a:srgbClr val="85765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 algn="r">
              <a:defRPr sz="1125" b="0">
                <a:solidFill>
                  <a:srgbClr val="85765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 algn="r">
              <a:defRPr sz="1125" b="0">
                <a:solidFill>
                  <a:srgbClr val="85765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 algn="r">
              <a:defRPr sz="1125" b="0">
                <a:solidFill>
                  <a:srgbClr val="85765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 algn="r">
              <a:defRPr sz="1125" b="0">
                <a:solidFill>
                  <a:srgbClr val="85765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 algn="r">
              <a:defRPr sz="1125" b="0">
                <a:solidFill>
                  <a:srgbClr val="85765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 algn="r">
              <a:defRPr sz="1125" b="0">
                <a:solidFill>
                  <a:srgbClr val="85765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 algn="r">
              <a:defRPr sz="1125" b="0">
                <a:solidFill>
                  <a:srgbClr val="85765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125" b="0">
                <a:solidFill>
                  <a:srgbClr val="85765C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09 / 12</a:t>
            </a:r>
            <a:endParaRPr sz="1125" b="0">
              <a:solidFill>
                <a:srgbClr val="85765C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8" name="text-123"/>
          <p:cNvSpPr>
            <a:spLocks noGrp="1"/>
          </p:cNvSpPr>
          <p:nvPr/>
        </p:nvSpPr>
        <p:spPr>
          <a:xfrm>
            <a:off x="619125" y="2076450"/>
            <a:ext cx="504825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1">
                <a:solidFill>
                  <a:srgbClr val="2B2B2B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defPPr>
            <a:lvl1pPr algn="l">
              <a:defRPr sz="2175" b="1">
                <a:solidFill>
                  <a:srgbClr val="2B2B2B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1pPr>
            <a:lvl2pPr algn="l">
              <a:defRPr sz="2175" b="1">
                <a:solidFill>
                  <a:srgbClr val="2B2B2B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2pPr>
            <a:lvl3pPr algn="l">
              <a:defRPr sz="2175" b="1">
                <a:solidFill>
                  <a:srgbClr val="2B2B2B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3pPr>
            <a:lvl4pPr algn="l">
              <a:defRPr sz="2175" b="1">
                <a:solidFill>
                  <a:srgbClr val="2B2B2B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4pPr>
            <a:lvl5pPr algn="l">
              <a:defRPr sz="2175" b="1">
                <a:solidFill>
                  <a:srgbClr val="2B2B2B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5pPr>
            <a:lvl6pPr algn="l">
              <a:defRPr sz="2175" b="1">
                <a:solidFill>
                  <a:srgbClr val="2B2B2B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6pPr>
            <a:lvl7pPr algn="l">
              <a:defRPr sz="2175" b="1">
                <a:solidFill>
                  <a:srgbClr val="2B2B2B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7pPr>
            <a:lvl8pPr algn="l">
              <a:defRPr sz="2175" b="1">
                <a:solidFill>
                  <a:srgbClr val="2B2B2B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8pPr>
            <a:lvl9pPr algn="l">
              <a:defRPr sz="2175" b="1">
                <a:solidFill>
                  <a:srgbClr val="2B2B2B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9pPr>
          </a:lstStyle>
          <a:p>
            <a:pPr algn="l">
              <a:defRPr sz="2175" b="1">
                <a:solidFill>
                  <a:srgbClr val="2B2B2B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pPr>
            <a:r>
              <a:rPr sz="2175" b="1">
                <a:solidFill>
                  <a:srgbClr val="2B2B2B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rPr>
              <a:t>重复提交不重复计题</a:t>
            </a:r>
            <a:endParaRPr sz="2175" b="1">
              <a:solidFill>
                <a:srgbClr val="2B2B2B"/>
              </a:solidFill>
              <a:latin typeface="Heiti TC" panose="02000000000000000000" charset="-122"/>
              <a:ea typeface="Heiti TC" panose="02000000000000000000" charset="-122"/>
              <a:cs typeface="Heiti TC" panose="02000000000000000000" charset="-122"/>
            </a:endParaRPr>
          </a:p>
        </p:txBody>
      </p:sp>
      <p:sp>
        <p:nvSpPr>
          <p:cNvPr id="9" name="text-124"/>
          <p:cNvSpPr>
            <a:spLocks noGrp="1"/>
          </p:cNvSpPr>
          <p:nvPr/>
        </p:nvSpPr>
        <p:spPr>
          <a:xfrm>
            <a:off x="619125" y="2571750"/>
            <a:ext cx="5048250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defPPr>
            <a:lvl1pPr algn="l">
              <a:defRPr sz="180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1pPr>
            <a:lvl2pPr algn="l">
              <a:defRPr sz="180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2pPr>
            <a:lvl3pPr algn="l">
              <a:defRPr sz="180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3pPr>
            <a:lvl4pPr algn="l">
              <a:defRPr sz="180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4pPr>
            <a:lvl5pPr algn="l">
              <a:defRPr sz="180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5pPr>
            <a:lvl6pPr algn="l">
              <a:defRPr sz="180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6pPr>
            <a:lvl7pPr algn="l">
              <a:defRPr sz="180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7pPr>
            <a:lvl8pPr algn="l">
              <a:defRPr sz="180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8pPr>
            <a:lvl9pPr algn="l">
              <a:defRPr sz="180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9pPr>
          </a:lstStyle>
          <a:p>
            <a:pPr algn="l">
              <a:defRPr sz="180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pPr>
            <a:r>
              <a:rPr sz="180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rPr>
              <a:t>请求编号与版本校验，失败后可恢复会话</a:t>
            </a:r>
            <a:endParaRPr sz="1800" b="0">
              <a:solidFill>
                <a:srgbClr val="85765C"/>
              </a:solidFill>
              <a:latin typeface="Heiti TC" panose="02000000000000000000" charset="-122"/>
              <a:ea typeface="Heiti TC" panose="02000000000000000000" charset="-122"/>
              <a:cs typeface="Heiti TC" panose="02000000000000000000" charset="-122"/>
            </a:endParaRPr>
          </a:p>
        </p:txBody>
      </p:sp>
      <p:sp>
        <p:nvSpPr>
          <p:cNvPr id="10" name="text-125"/>
          <p:cNvSpPr>
            <a:spLocks noGrp="1"/>
          </p:cNvSpPr>
          <p:nvPr/>
        </p:nvSpPr>
        <p:spPr>
          <a:xfrm>
            <a:off x="6562725" y="2076450"/>
            <a:ext cx="5000625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1">
                <a:solidFill>
                  <a:srgbClr val="2B2B2B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defPPr>
            <a:lvl1pPr algn="l">
              <a:defRPr sz="2175" b="1">
                <a:solidFill>
                  <a:srgbClr val="2B2B2B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1pPr>
            <a:lvl2pPr algn="l">
              <a:defRPr sz="2175" b="1">
                <a:solidFill>
                  <a:srgbClr val="2B2B2B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2pPr>
            <a:lvl3pPr algn="l">
              <a:defRPr sz="2175" b="1">
                <a:solidFill>
                  <a:srgbClr val="2B2B2B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3pPr>
            <a:lvl4pPr algn="l">
              <a:defRPr sz="2175" b="1">
                <a:solidFill>
                  <a:srgbClr val="2B2B2B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4pPr>
            <a:lvl5pPr algn="l">
              <a:defRPr sz="2175" b="1">
                <a:solidFill>
                  <a:srgbClr val="2B2B2B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5pPr>
            <a:lvl6pPr algn="l">
              <a:defRPr sz="2175" b="1">
                <a:solidFill>
                  <a:srgbClr val="2B2B2B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6pPr>
            <a:lvl7pPr algn="l">
              <a:defRPr sz="2175" b="1">
                <a:solidFill>
                  <a:srgbClr val="2B2B2B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7pPr>
            <a:lvl8pPr algn="l">
              <a:defRPr sz="2175" b="1">
                <a:solidFill>
                  <a:srgbClr val="2B2B2B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8pPr>
            <a:lvl9pPr algn="l">
              <a:defRPr sz="2175" b="1">
                <a:solidFill>
                  <a:srgbClr val="2B2B2B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9pPr>
          </a:lstStyle>
          <a:p>
            <a:pPr algn="l">
              <a:defRPr sz="2175" b="1">
                <a:solidFill>
                  <a:srgbClr val="2B2B2B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pPr>
            <a:r>
              <a:rPr sz="2175" b="1">
                <a:solidFill>
                  <a:srgbClr val="2B2B2B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rPr>
              <a:t>媒体与页面一起结束</a:t>
            </a:r>
            <a:endParaRPr sz="2175" b="1">
              <a:solidFill>
                <a:srgbClr val="2B2B2B"/>
              </a:solidFill>
              <a:latin typeface="Heiti TC" panose="02000000000000000000" charset="-122"/>
              <a:ea typeface="Heiti TC" panose="02000000000000000000" charset="-122"/>
              <a:cs typeface="Heiti TC" panose="02000000000000000000" charset="-122"/>
            </a:endParaRPr>
          </a:p>
        </p:txBody>
      </p:sp>
      <p:sp>
        <p:nvSpPr>
          <p:cNvPr id="11" name="text-126"/>
          <p:cNvSpPr>
            <a:spLocks noGrp="1"/>
          </p:cNvSpPr>
          <p:nvPr/>
        </p:nvSpPr>
        <p:spPr>
          <a:xfrm>
            <a:off x="6562725" y="2571750"/>
            <a:ext cx="5000625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defPPr>
            <a:lvl1pPr algn="l">
              <a:defRPr sz="180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1pPr>
            <a:lvl2pPr algn="l">
              <a:defRPr sz="180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2pPr>
            <a:lvl3pPr algn="l">
              <a:defRPr sz="180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3pPr>
            <a:lvl4pPr algn="l">
              <a:defRPr sz="180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4pPr>
            <a:lvl5pPr algn="l">
              <a:defRPr sz="180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5pPr>
            <a:lvl6pPr algn="l">
              <a:defRPr sz="180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6pPr>
            <a:lvl7pPr algn="l">
              <a:defRPr sz="180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7pPr>
            <a:lvl8pPr algn="l">
              <a:defRPr sz="180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8pPr>
            <a:lvl9pPr algn="l">
              <a:defRPr sz="180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9pPr>
          </a:lstStyle>
          <a:p>
            <a:pPr algn="l">
              <a:defRPr sz="180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pPr>
            <a:r>
              <a:rPr sz="180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rPr>
              <a:t>退出、挂断或切后台时，停止采集和旧播放</a:t>
            </a:r>
            <a:endParaRPr sz="1800" b="0">
              <a:solidFill>
                <a:srgbClr val="85765C"/>
              </a:solidFill>
              <a:latin typeface="Heiti TC" panose="02000000000000000000" charset="-122"/>
              <a:ea typeface="Heiti TC" panose="02000000000000000000" charset="-122"/>
              <a:cs typeface="Heiti TC" panose="02000000000000000000" charset="-122"/>
            </a:endParaRPr>
          </a:p>
        </p:txBody>
      </p:sp>
      <p:sp>
        <p:nvSpPr>
          <p:cNvPr id="12" name="text-127"/>
          <p:cNvSpPr>
            <a:spLocks noGrp="1"/>
          </p:cNvSpPr>
          <p:nvPr/>
        </p:nvSpPr>
        <p:spPr>
          <a:xfrm>
            <a:off x="619125" y="4048125"/>
            <a:ext cx="504825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1">
                <a:solidFill>
                  <a:srgbClr val="2B2B2B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defPPr>
            <a:lvl1pPr algn="l">
              <a:defRPr sz="2175" b="1">
                <a:solidFill>
                  <a:srgbClr val="2B2B2B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1pPr>
            <a:lvl2pPr algn="l">
              <a:defRPr sz="2175" b="1">
                <a:solidFill>
                  <a:srgbClr val="2B2B2B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2pPr>
            <a:lvl3pPr algn="l">
              <a:defRPr sz="2175" b="1">
                <a:solidFill>
                  <a:srgbClr val="2B2B2B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3pPr>
            <a:lvl4pPr algn="l">
              <a:defRPr sz="2175" b="1">
                <a:solidFill>
                  <a:srgbClr val="2B2B2B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4pPr>
            <a:lvl5pPr algn="l">
              <a:defRPr sz="2175" b="1">
                <a:solidFill>
                  <a:srgbClr val="2B2B2B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5pPr>
            <a:lvl6pPr algn="l">
              <a:defRPr sz="2175" b="1">
                <a:solidFill>
                  <a:srgbClr val="2B2B2B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6pPr>
            <a:lvl7pPr algn="l">
              <a:defRPr sz="2175" b="1">
                <a:solidFill>
                  <a:srgbClr val="2B2B2B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7pPr>
            <a:lvl8pPr algn="l">
              <a:defRPr sz="2175" b="1">
                <a:solidFill>
                  <a:srgbClr val="2B2B2B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8pPr>
            <a:lvl9pPr algn="l">
              <a:defRPr sz="2175" b="1">
                <a:solidFill>
                  <a:srgbClr val="2B2B2B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9pPr>
          </a:lstStyle>
          <a:p>
            <a:pPr algn="l">
              <a:defRPr sz="2175" b="1">
                <a:solidFill>
                  <a:srgbClr val="2B2B2B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pPr>
            <a:r>
              <a:rPr sz="2175" b="1">
                <a:solidFill>
                  <a:srgbClr val="2B2B2B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rPr>
              <a:t>接口异常仍能继续</a:t>
            </a:r>
            <a:endParaRPr sz="2175" b="1">
              <a:solidFill>
                <a:srgbClr val="2B2B2B"/>
              </a:solidFill>
              <a:latin typeface="Heiti TC" panose="02000000000000000000" charset="-122"/>
              <a:ea typeface="Heiti TC" panose="02000000000000000000" charset="-122"/>
              <a:cs typeface="Heiti TC" panose="02000000000000000000" charset="-122"/>
            </a:endParaRPr>
          </a:p>
        </p:txBody>
      </p:sp>
      <p:sp>
        <p:nvSpPr>
          <p:cNvPr id="13" name="text-128"/>
          <p:cNvSpPr>
            <a:spLocks noGrp="1"/>
          </p:cNvSpPr>
          <p:nvPr/>
        </p:nvSpPr>
        <p:spPr>
          <a:xfrm>
            <a:off x="619125" y="4543425"/>
            <a:ext cx="5048250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defPPr>
            <a:lvl1pPr algn="l">
              <a:defRPr sz="180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1pPr>
            <a:lvl2pPr algn="l">
              <a:defRPr sz="180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2pPr>
            <a:lvl3pPr algn="l">
              <a:defRPr sz="180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3pPr>
            <a:lvl4pPr algn="l">
              <a:defRPr sz="180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4pPr>
            <a:lvl5pPr algn="l">
              <a:defRPr sz="180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5pPr>
            <a:lvl6pPr algn="l">
              <a:defRPr sz="180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6pPr>
            <a:lvl7pPr algn="l">
              <a:defRPr sz="180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7pPr>
            <a:lvl8pPr algn="l">
              <a:defRPr sz="180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8pPr>
            <a:lvl9pPr algn="l">
              <a:defRPr sz="180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9pPr>
          </a:lstStyle>
          <a:p>
            <a:pPr algn="l">
              <a:defRPr sz="180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pPr>
            <a:r>
              <a:rPr sz="180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rPr>
              <a:t>识别失败可打字；声音失败保留字幕</a:t>
            </a:r>
            <a:endParaRPr sz="1800" b="0">
              <a:solidFill>
                <a:srgbClr val="85765C"/>
              </a:solidFill>
              <a:latin typeface="Heiti TC" panose="02000000000000000000" charset="-122"/>
              <a:ea typeface="Heiti TC" panose="02000000000000000000" charset="-122"/>
              <a:cs typeface="Heiti TC" panose="02000000000000000000" charset="-122"/>
            </a:endParaRPr>
          </a:p>
        </p:txBody>
      </p:sp>
      <p:sp>
        <p:nvSpPr>
          <p:cNvPr id="14" name="text-129"/>
          <p:cNvSpPr>
            <a:spLocks noGrp="1"/>
          </p:cNvSpPr>
          <p:nvPr/>
        </p:nvSpPr>
        <p:spPr>
          <a:xfrm>
            <a:off x="6562725" y="4048125"/>
            <a:ext cx="5000625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1">
                <a:solidFill>
                  <a:srgbClr val="2B2B2B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defPPr>
            <a:lvl1pPr algn="l">
              <a:defRPr sz="2175" b="1">
                <a:solidFill>
                  <a:srgbClr val="2B2B2B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1pPr>
            <a:lvl2pPr algn="l">
              <a:defRPr sz="2175" b="1">
                <a:solidFill>
                  <a:srgbClr val="2B2B2B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2pPr>
            <a:lvl3pPr algn="l">
              <a:defRPr sz="2175" b="1">
                <a:solidFill>
                  <a:srgbClr val="2B2B2B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3pPr>
            <a:lvl4pPr algn="l">
              <a:defRPr sz="2175" b="1">
                <a:solidFill>
                  <a:srgbClr val="2B2B2B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4pPr>
            <a:lvl5pPr algn="l">
              <a:defRPr sz="2175" b="1">
                <a:solidFill>
                  <a:srgbClr val="2B2B2B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5pPr>
            <a:lvl6pPr algn="l">
              <a:defRPr sz="2175" b="1">
                <a:solidFill>
                  <a:srgbClr val="2B2B2B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6pPr>
            <a:lvl7pPr algn="l">
              <a:defRPr sz="2175" b="1">
                <a:solidFill>
                  <a:srgbClr val="2B2B2B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7pPr>
            <a:lvl8pPr algn="l">
              <a:defRPr sz="2175" b="1">
                <a:solidFill>
                  <a:srgbClr val="2B2B2B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8pPr>
            <a:lvl9pPr algn="l">
              <a:defRPr sz="2175" b="1">
                <a:solidFill>
                  <a:srgbClr val="2B2B2B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9pPr>
          </a:lstStyle>
          <a:p>
            <a:pPr algn="l">
              <a:defRPr sz="2175" b="1">
                <a:solidFill>
                  <a:srgbClr val="2B2B2B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pPr>
            <a:r>
              <a:rPr sz="2175" b="1">
                <a:solidFill>
                  <a:srgbClr val="2B2B2B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rPr>
              <a:t>隐私有明确开关</a:t>
            </a:r>
            <a:endParaRPr sz="2175" b="1">
              <a:solidFill>
                <a:srgbClr val="2B2B2B"/>
              </a:solidFill>
              <a:latin typeface="Heiti TC" panose="02000000000000000000" charset="-122"/>
              <a:ea typeface="Heiti TC" panose="02000000000000000000" charset="-122"/>
              <a:cs typeface="Heiti TC" panose="02000000000000000000" charset="-122"/>
            </a:endParaRPr>
          </a:p>
        </p:txBody>
      </p:sp>
      <p:sp>
        <p:nvSpPr>
          <p:cNvPr id="15" name="text-130"/>
          <p:cNvSpPr>
            <a:spLocks noGrp="1"/>
          </p:cNvSpPr>
          <p:nvPr/>
        </p:nvSpPr>
        <p:spPr>
          <a:xfrm>
            <a:off x="6562725" y="4543425"/>
            <a:ext cx="5000625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defPPr>
            <a:lvl1pPr algn="l">
              <a:defRPr sz="180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1pPr>
            <a:lvl2pPr algn="l">
              <a:defRPr sz="180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2pPr>
            <a:lvl3pPr algn="l">
              <a:defRPr sz="180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3pPr>
            <a:lvl4pPr algn="l">
              <a:defRPr sz="180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4pPr>
            <a:lvl5pPr algn="l">
              <a:defRPr sz="180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5pPr>
            <a:lvl6pPr algn="l">
              <a:defRPr sz="180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6pPr>
            <a:lvl7pPr algn="l">
              <a:defRPr sz="180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7pPr>
            <a:lvl8pPr algn="l">
              <a:defRPr sz="180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8pPr>
            <a:lvl9pPr algn="l">
              <a:defRPr sz="180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9pPr>
          </a:lstStyle>
          <a:p>
            <a:pPr algn="l">
              <a:defRPr sz="180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pPr>
            <a:r>
              <a:rPr sz="180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rPr>
              <a:t>单图上传需同意；密钥仅在后端配置</a:t>
            </a:r>
            <a:endParaRPr sz="1800" b="0">
              <a:solidFill>
                <a:srgbClr val="85765C"/>
              </a:solidFill>
              <a:latin typeface="Heiti TC" panose="02000000000000000000" charset="-122"/>
              <a:ea typeface="Heiti TC" panose="02000000000000000000" charset="-122"/>
              <a:cs typeface="Heiti TC" panose="02000000000000000000" charset="-122"/>
            </a:endParaRPr>
          </a:p>
        </p:txBody>
      </p:sp>
      <p:sp>
        <p:nvSpPr>
          <p:cNvPr id="16" name="text-131"/>
          <p:cNvSpPr>
            <a:spLocks noGrp="1"/>
          </p:cNvSpPr>
          <p:nvPr/>
        </p:nvSpPr>
        <p:spPr>
          <a:xfrm>
            <a:off x="619125" y="5743575"/>
            <a:ext cx="109537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B02A1F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defPPr>
            <a:lvl1pPr algn="l">
              <a:defRPr sz="1875" b="0">
                <a:solidFill>
                  <a:srgbClr val="B02A1F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1pPr>
            <a:lvl2pPr algn="l">
              <a:defRPr sz="1875" b="0">
                <a:solidFill>
                  <a:srgbClr val="B02A1F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2pPr>
            <a:lvl3pPr algn="l">
              <a:defRPr sz="1875" b="0">
                <a:solidFill>
                  <a:srgbClr val="B02A1F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3pPr>
            <a:lvl4pPr algn="l">
              <a:defRPr sz="1875" b="0">
                <a:solidFill>
                  <a:srgbClr val="B02A1F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4pPr>
            <a:lvl5pPr algn="l">
              <a:defRPr sz="1875" b="0">
                <a:solidFill>
                  <a:srgbClr val="B02A1F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5pPr>
            <a:lvl6pPr algn="l">
              <a:defRPr sz="1875" b="0">
                <a:solidFill>
                  <a:srgbClr val="B02A1F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6pPr>
            <a:lvl7pPr algn="l">
              <a:defRPr sz="1875" b="0">
                <a:solidFill>
                  <a:srgbClr val="B02A1F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7pPr>
            <a:lvl8pPr algn="l">
              <a:defRPr sz="1875" b="0">
                <a:solidFill>
                  <a:srgbClr val="B02A1F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8pPr>
            <a:lvl9pPr algn="l">
              <a:defRPr sz="1875" b="0">
                <a:solidFill>
                  <a:srgbClr val="B02A1F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9pPr>
          </a:lstStyle>
          <a:p>
            <a:pPr algn="l">
              <a:defRPr sz="1875" b="0">
                <a:solidFill>
                  <a:srgbClr val="B02A1F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pPr>
            <a:r>
              <a:rPr sz="1875" b="0">
                <a:solidFill>
                  <a:srgbClr val="B02A1F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rPr>
              <a:t>无真实 API 时，可明确切换本地演示题库，完成答题与出单</a:t>
            </a:r>
            <a:endParaRPr sz="1875" b="0">
              <a:solidFill>
                <a:srgbClr val="B02A1F"/>
              </a:solidFill>
              <a:latin typeface="Heiti TC" panose="02000000000000000000" charset="-122"/>
              <a:ea typeface="Heiti TC" panose="02000000000000000000" charset="-122"/>
              <a:cs typeface="Heiti TC" panose="02000000000000000000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EFD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8" name="text-132"/>
          <p:cNvSpPr>
            <a:spLocks noGrp="1"/>
          </p:cNvSpPr>
          <p:nvPr/>
        </p:nvSpPr>
        <p:spPr>
          <a:xfrm>
            <a:off x="609600" y="285750"/>
            <a:ext cx="63817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200" b="0">
                <a:solidFill>
                  <a:srgbClr val="B02A1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 algn="l">
              <a:defRPr sz="1200" b="0">
                <a:solidFill>
                  <a:srgbClr val="B02A1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 algn="l">
              <a:defRPr sz="1200" b="0">
                <a:solidFill>
                  <a:srgbClr val="B02A1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 algn="l">
              <a:defRPr sz="1200" b="0">
                <a:solidFill>
                  <a:srgbClr val="B02A1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 algn="l">
              <a:defRPr sz="1200" b="0">
                <a:solidFill>
                  <a:srgbClr val="B02A1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 algn="l">
              <a:defRPr sz="1200" b="0">
                <a:solidFill>
                  <a:srgbClr val="B02A1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 algn="l">
              <a:defRPr sz="1200" b="0">
                <a:solidFill>
                  <a:srgbClr val="B02A1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 algn="l">
              <a:defRPr sz="1200" b="0">
                <a:solidFill>
                  <a:srgbClr val="B02A1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 algn="l">
              <a:defRPr sz="1200" b="0">
                <a:solidFill>
                  <a:srgbClr val="B02A1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 algn="l">
              <a:defRPr sz="1200" b="0">
                <a:solidFill>
                  <a:srgbClr val="B02A1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 algn="l">
              <a:defRPr sz="1200" b="0">
                <a:solidFill>
                  <a:srgbClr val="B02A1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00" b="0">
                <a:solidFill>
                  <a:srgbClr val="B02A1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OFFER 大作战 · 校园人事部</a:t>
            </a:r>
            <a:endParaRPr sz="1200" b="0">
              <a:solidFill>
                <a:srgbClr val="B02A1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" name="text-133"/>
          <p:cNvSpPr>
            <a:spLocks noGrp="1"/>
          </p:cNvSpPr>
          <p:nvPr/>
        </p:nvSpPr>
        <p:spPr>
          <a:xfrm>
            <a:off x="9144000" y="285750"/>
            <a:ext cx="24384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20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defPPr>
            <a:lvl1pPr algn="r">
              <a:defRPr sz="120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1pPr>
            <a:lvl2pPr algn="r">
              <a:defRPr sz="120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2pPr>
            <a:lvl3pPr algn="r">
              <a:defRPr sz="120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3pPr>
            <a:lvl4pPr algn="r">
              <a:defRPr sz="120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4pPr>
            <a:lvl5pPr algn="r">
              <a:defRPr sz="120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5pPr>
            <a:lvl6pPr algn="r">
              <a:defRPr sz="120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6pPr>
            <a:lvl7pPr algn="r">
              <a:defRPr sz="120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7pPr>
            <a:lvl8pPr algn="r">
              <a:defRPr sz="120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8pPr>
            <a:lvl9pPr algn="r">
              <a:defRPr sz="120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9pPr>
          </a:lstStyle>
          <a:p>
            <a:pPr algn="r">
              <a:defRPr sz="120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pPr>
            <a:r>
              <a:rPr sz="120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rPr>
              <a:t>验证结果</a:t>
            </a:r>
            <a:endParaRPr sz="1200" b="0">
              <a:solidFill>
                <a:srgbClr val="85765C"/>
              </a:solidFill>
              <a:latin typeface="Heiti TC" panose="02000000000000000000" charset="-122"/>
              <a:ea typeface="Heiti TC" panose="02000000000000000000" charset="-122"/>
              <a:cs typeface="Heiti TC" panose="02000000000000000000" charset="-122"/>
            </a:endParaRPr>
          </a:p>
        </p:txBody>
      </p:sp>
      <p:sp>
        <p:nvSpPr>
          <p:cNvPr id="3" name="rule-134"/>
          <p:cNvSpPr>
            <a:spLocks noGrp="1"/>
          </p:cNvSpPr>
          <p:nvPr/>
        </p:nvSpPr>
        <p:spPr>
          <a:xfrm>
            <a:off x="609600" y="723900"/>
            <a:ext cx="10972800" cy="0"/>
          </a:xfrm>
          <a:prstGeom prst="line">
            <a:avLst/>
          </a:prstGeom>
          <a:noFill/>
          <a:ln w="14288">
            <a:solidFill>
              <a:srgbClr val="2B2B2B"/>
            </a:solidFill>
            <a:prstDash val="solid"/>
          </a:ln>
        </p:spPr>
      </p:sp>
      <p:sp>
        <p:nvSpPr>
          <p:cNvPr id="4" name="slide-10-title"/>
          <p:cNvSpPr>
            <a:spLocks noGrp="1"/>
          </p:cNvSpPr>
          <p:nvPr/>
        </p:nvSpPr>
        <p:spPr>
          <a:xfrm>
            <a:off x="609600" y="1000125"/>
            <a:ext cx="109728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300" b="1">
                <a:solidFill>
                  <a:srgbClr val="2B2B2B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defRPr>
            </a:defPPr>
            <a:lvl1pPr algn="l">
              <a:defRPr sz="3300" b="1">
                <a:solidFill>
                  <a:srgbClr val="2B2B2B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defRPr>
            </a:lvl1pPr>
            <a:lvl2pPr algn="l">
              <a:defRPr sz="3300" b="1">
                <a:solidFill>
                  <a:srgbClr val="2B2B2B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defRPr>
            </a:lvl2pPr>
            <a:lvl3pPr algn="l">
              <a:defRPr sz="3300" b="1">
                <a:solidFill>
                  <a:srgbClr val="2B2B2B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defRPr>
            </a:lvl3pPr>
            <a:lvl4pPr algn="l">
              <a:defRPr sz="3300" b="1">
                <a:solidFill>
                  <a:srgbClr val="2B2B2B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defRPr>
            </a:lvl4pPr>
            <a:lvl5pPr algn="l">
              <a:defRPr sz="3300" b="1">
                <a:solidFill>
                  <a:srgbClr val="2B2B2B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defRPr>
            </a:lvl5pPr>
            <a:lvl6pPr algn="l">
              <a:defRPr sz="3300" b="1">
                <a:solidFill>
                  <a:srgbClr val="2B2B2B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defRPr>
            </a:lvl6pPr>
            <a:lvl7pPr algn="l">
              <a:defRPr sz="3300" b="1">
                <a:solidFill>
                  <a:srgbClr val="2B2B2B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defRPr>
            </a:lvl7pPr>
            <a:lvl8pPr algn="l">
              <a:defRPr sz="3300" b="1">
                <a:solidFill>
                  <a:srgbClr val="2B2B2B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defRPr>
            </a:lvl8pPr>
            <a:lvl9pPr algn="l">
              <a:defRPr sz="3300" b="1">
                <a:solidFill>
                  <a:srgbClr val="2B2B2B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defRPr>
            </a:lvl9pPr>
          </a:lstStyle>
          <a:p>
            <a:pPr algn="l">
              <a:defRPr sz="3300" b="1">
                <a:solidFill>
                  <a:srgbClr val="2B2B2B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defRPr>
            </a:pPr>
            <a:r>
              <a:rPr sz="3300" b="1">
                <a:solidFill>
                  <a:srgbClr val="2B2B2B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rPr>
              <a:t>当前进度与验证范围</a:t>
            </a:r>
            <a:endParaRPr sz="3300" b="1">
              <a:solidFill>
                <a:srgbClr val="2B2B2B"/>
              </a:solidFill>
              <a:latin typeface="Songti SC" panose="02010800040101010101" charset="-122"/>
              <a:ea typeface="Songti SC" panose="02010800040101010101" charset="-122"/>
              <a:cs typeface="Songti SC" panose="02010800040101010101" charset="-122"/>
            </a:endParaRPr>
          </a:p>
        </p:txBody>
      </p:sp>
      <p:sp>
        <p:nvSpPr>
          <p:cNvPr id="5" name="rule-135"/>
          <p:cNvSpPr>
            <a:spLocks noGrp="1"/>
          </p:cNvSpPr>
          <p:nvPr/>
        </p:nvSpPr>
        <p:spPr>
          <a:xfrm>
            <a:off x="609600" y="6372225"/>
            <a:ext cx="10972800" cy="0"/>
          </a:xfrm>
          <a:prstGeom prst="line">
            <a:avLst/>
          </a:prstGeom>
          <a:noFill/>
          <a:ln w="9525">
            <a:solidFill>
              <a:srgbClr val="D7CBB3"/>
            </a:solidFill>
            <a:prstDash val="solid"/>
          </a:ln>
        </p:spPr>
      </p:sp>
      <p:sp>
        <p:nvSpPr>
          <p:cNvPr id="6" name="text-136"/>
          <p:cNvSpPr>
            <a:spLocks noGrp="1"/>
          </p:cNvSpPr>
          <p:nvPr/>
        </p:nvSpPr>
        <p:spPr>
          <a:xfrm>
            <a:off x="609600" y="6496050"/>
            <a:ext cx="71437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defPPr>
            <a:lvl1pPr algn="l">
              <a:defRPr sz="1125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1pPr>
            <a:lvl2pPr algn="l">
              <a:defRPr sz="1125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2pPr>
            <a:lvl3pPr algn="l">
              <a:defRPr sz="1125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3pPr>
            <a:lvl4pPr algn="l">
              <a:defRPr sz="1125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4pPr>
            <a:lvl5pPr algn="l">
              <a:defRPr sz="1125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5pPr>
            <a:lvl6pPr algn="l">
              <a:defRPr sz="1125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6pPr>
            <a:lvl7pPr algn="l">
              <a:defRPr sz="1125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7pPr>
            <a:lvl8pPr algn="l">
              <a:defRPr sz="1125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8pPr>
            <a:lvl9pPr algn="l">
              <a:defRPr sz="1125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9pPr>
          </a:lstStyle>
          <a:p>
            <a:pPr algn="l">
              <a:defRPr sz="1125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pPr>
            <a:r>
              <a:rPr sz="1125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rPr>
              <a:t>有请下一队  /  黄淮学院</a:t>
            </a:r>
            <a:endParaRPr sz="1125" b="0">
              <a:solidFill>
                <a:srgbClr val="85765C"/>
              </a:solidFill>
              <a:latin typeface="Heiti TC" panose="02000000000000000000" charset="-122"/>
              <a:ea typeface="Heiti TC" panose="02000000000000000000" charset="-122"/>
              <a:cs typeface="Heiti TC" panose="02000000000000000000" charset="-122"/>
            </a:endParaRPr>
          </a:p>
        </p:txBody>
      </p:sp>
      <p:sp>
        <p:nvSpPr>
          <p:cNvPr id="7" name="text-137"/>
          <p:cNvSpPr>
            <a:spLocks noGrp="1"/>
          </p:cNvSpPr>
          <p:nvPr/>
        </p:nvSpPr>
        <p:spPr>
          <a:xfrm>
            <a:off x="10334625" y="6496050"/>
            <a:ext cx="1238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125" b="0">
                <a:solidFill>
                  <a:srgbClr val="85765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 algn="r">
              <a:defRPr sz="1125" b="0">
                <a:solidFill>
                  <a:srgbClr val="85765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 algn="r">
              <a:defRPr sz="1125" b="0">
                <a:solidFill>
                  <a:srgbClr val="85765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 algn="r">
              <a:defRPr sz="1125" b="0">
                <a:solidFill>
                  <a:srgbClr val="85765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 algn="r">
              <a:defRPr sz="1125" b="0">
                <a:solidFill>
                  <a:srgbClr val="85765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 algn="r">
              <a:defRPr sz="1125" b="0">
                <a:solidFill>
                  <a:srgbClr val="85765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 algn="r">
              <a:defRPr sz="1125" b="0">
                <a:solidFill>
                  <a:srgbClr val="85765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 algn="r">
              <a:defRPr sz="1125" b="0">
                <a:solidFill>
                  <a:srgbClr val="85765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 algn="r">
              <a:defRPr sz="1125" b="0">
                <a:solidFill>
                  <a:srgbClr val="85765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 algn="r">
              <a:defRPr sz="1125" b="0">
                <a:solidFill>
                  <a:srgbClr val="85765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 algn="r">
              <a:defRPr sz="1125" b="0">
                <a:solidFill>
                  <a:srgbClr val="85765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125" b="0">
                <a:solidFill>
                  <a:srgbClr val="85765C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10 / 12</a:t>
            </a:r>
            <a:endParaRPr sz="1125" b="0">
              <a:solidFill>
                <a:srgbClr val="85765C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8" name="text-138"/>
          <p:cNvSpPr>
            <a:spLocks noGrp="1"/>
          </p:cNvSpPr>
          <p:nvPr/>
        </p:nvSpPr>
        <p:spPr>
          <a:xfrm>
            <a:off x="628650" y="2066925"/>
            <a:ext cx="2047875" cy="990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6300" b="1">
                <a:solidFill>
                  <a:srgbClr val="B02A1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 algn="l">
              <a:defRPr sz="6300" b="1">
                <a:solidFill>
                  <a:srgbClr val="B02A1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 algn="l">
              <a:defRPr sz="6300" b="1">
                <a:solidFill>
                  <a:srgbClr val="B02A1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 algn="l">
              <a:defRPr sz="6300" b="1">
                <a:solidFill>
                  <a:srgbClr val="B02A1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 algn="l">
              <a:defRPr sz="6300" b="1">
                <a:solidFill>
                  <a:srgbClr val="B02A1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 algn="l">
              <a:defRPr sz="6300" b="1">
                <a:solidFill>
                  <a:srgbClr val="B02A1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 algn="l">
              <a:defRPr sz="6300" b="1">
                <a:solidFill>
                  <a:srgbClr val="B02A1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 algn="l">
              <a:defRPr sz="6300" b="1">
                <a:solidFill>
                  <a:srgbClr val="B02A1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 algn="l">
              <a:defRPr sz="6300" b="1">
                <a:solidFill>
                  <a:srgbClr val="B02A1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 algn="l">
              <a:defRPr sz="6300" b="1">
                <a:solidFill>
                  <a:srgbClr val="B02A1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 algn="l">
              <a:defRPr sz="6300" b="1">
                <a:solidFill>
                  <a:srgbClr val="B02A1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6300" b="1">
                <a:solidFill>
                  <a:srgbClr val="B02A1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46</a:t>
            </a:r>
            <a:endParaRPr sz="6300" b="1">
              <a:solidFill>
                <a:srgbClr val="B02A1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9" name="text-139"/>
          <p:cNvSpPr>
            <a:spLocks noGrp="1"/>
          </p:cNvSpPr>
          <p:nvPr/>
        </p:nvSpPr>
        <p:spPr>
          <a:xfrm>
            <a:off x="638175" y="3133725"/>
            <a:ext cx="40005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2B2B2B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defPPr>
            <a:lvl1pPr algn="l">
              <a:defRPr sz="2025" b="0">
                <a:solidFill>
                  <a:srgbClr val="2B2B2B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1pPr>
            <a:lvl2pPr algn="l">
              <a:defRPr sz="2025" b="0">
                <a:solidFill>
                  <a:srgbClr val="2B2B2B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2pPr>
            <a:lvl3pPr algn="l">
              <a:defRPr sz="2025" b="0">
                <a:solidFill>
                  <a:srgbClr val="2B2B2B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3pPr>
            <a:lvl4pPr algn="l">
              <a:defRPr sz="2025" b="0">
                <a:solidFill>
                  <a:srgbClr val="2B2B2B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4pPr>
            <a:lvl5pPr algn="l">
              <a:defRPr sz="2025" b="0">
                <a:solidFill>
                  <a:srgbClr val="2B2B2B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5pPr>
            <a:lvl6pPr algn="l">
              <a:defRPr sz="2025" b="0">
                <a:solidFill>
                  <a:srgbClr val="2B2B2B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6pPr>
            <a:lvl7pPr algn="l">
              <a:defRPr sz="2025" b="0">
                <a:solidFill>
                  <a:srgbClr val="2B2B2B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7pPr>
            <a:lvl8pPr algn="l">
              <a:defRPr sz="2025" b="0">
                <a:solidFill>
                  <a:srgbClr val="2B2B2B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8pPr>
            <a:lvl9pPr algn="l">
              <a:defRPr sz="2025" b="0">
                <a:solidFill>
                  <a:srgbClr val="2B2B2B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9pPr>
          </a:lstStyle>
          <a:p>
            <a:pPr algn="l">
              <a:defRPr sz="2025" b="0">
                <a:solidFill>
                  <a:srgbClr val="2B2B2B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pPr>
            <a:r>
              <a:rPr sz="2025" b="0">
                <a:solidFill>
                  <a:srgbClr val="2B2B2B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rPr>
              <a:t>后端检查通过</a:t>
            </a:r>
            <a:endParaRPr sz="2025" b="0">
              <a:solidFill>
                <a:srgbClr val="2B2B2B"/>
              </a:solidFill>
              <a:latin typeface="Heiti TC" panose="02000000000000000000" charset="-122"/>
              <a:ea typeface="Heiti TC" panose="02000000000000000000" charset="-122"/>
              <a:cs typeface="Heiti TC" panose="02000000000000000000" charset="-122"/>
            </a:endParaRPr>
          </a:p>
        </p:txBody>
      </p:sp>
      <p:sp>
        <p:nvSpPr>
          <p:cNvPr id="10" name="text-140"/>
          <p:cNvSpPr>
            <a:spLocks noGrp="1"/>
          </p:cNvSpPr>
          <p:nvPr/>
        </p:nvSpPr>
        <p:spPr>
          <a:xfrm>
            <a:off x="6610350" y="2066925"/>
            <a:ext cx="2047875" cy="990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6300" b="1">
                <a:solidFill>
                  <a:srgbClr val="B02A1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 algn="l">
              <a:defRPr sz="6300" b="1">
                <a:solidFill>
                  <a:srgbClr val="B02A1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 algn="l">
              <a:defRPr sz="6300" b="1">
                <a:solidFill>
                  <a:srgbClr val="B02A1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 algn="l">
              <a:defRPr sz="6300" b="1">
                <a:solidFill>
                  <a:srgbClr val="B02A1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 algn="l">
              <a:defRPr sz="6300" b="1">
                <a:solidFill>
                  <a:srgbClr val="B02A1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 algn="l">
              <a:defRPr sz="6300" b="1">
                <a:solidFill>
                  <a:srgbClr val="B02A1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 algn="l">
              <a:defRPr sz="6300" b="1">
                <a:solidFill>
                  <a:srgbClr val="B02A1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 algn="l">
              <a:defRPr sz="6300" b="1">
                <a:solidFill>
                  <a:srgbClr val="B02A1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 algn="l">
              <a:defRPr sz="6300" b="1">
                <a:solidFill>
                  <a:srgbClr val="B02A1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 algn="l">
              <a:defRPr sz="6300" b="1">
                <a:solidFill>
                  <a:srgbClr val="B02A1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 algn="l">
              <a:defRPr sz="6300" b="1">
                <a:solidFill>
                  <a:srgbClr val="B02A1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6300" b="1">
                <a:solidFill>
                  <a:srgbClr val="B02A1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45</a:t>
            </a:r>
            <a:endParaRPr sz="6300" b="1">
              <a:solidFill>
                <a:srgbClr val="B02A1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1" name="text-141"/>
          <p:cNvSpPr>
            <a:spLocks noGrp="1"/>
          </p:cNvSpPr>
          <p:nvPr/>
        </p:nvSpPr>
        <p:spPr>
          <a:xfrm>
            <a:off x="6629400" y="3133725"/>
            <a:ext cx="47625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2B2B2B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defPPr>
            <a:lvl1pPr algn="l">
              <a:defRPr sz="2025" b="0">
                <a:solidFill>
                  <a:srgbClr val="2B2B2B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1pPr>
            <a:lvl2pPr algn="l">
              <a:defRPr sz="2025" b="0">
                <a:solidFill>
                  <a:srgbClr val="2B2B2B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2pPr>
            <a:lvl3pPr algn="l">
              <a:defRPr sz="2025" b="0">
                <a:solidFill>
                  <a:srgbClr val="2B2B2B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3pPr>
            <a:lvl4pPr algn="l">
              <a:defRPr sz="2025" b="0">
                <a:solidFill>
                  <a:srgbClr val="2B2B2B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4pPr>
            <a:lvl5pPr algn="l">
              <a:defRPr sz="2025" b="0">
                <a:solidFill>
                  <a:srgbClr val="2B2B2B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5pPr>
            <a:lvl6pPr algn="l">
              <a:defRPr sz="2025" b="0">
                <a:solidFill>
                  <a:srgbClr val="2B2B2B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6pPr>
            <a:lvl7pPr algn="l">
              <a:defRPr sz="2025" b="0">
                <a:solidFill>
                  <a:srgbClr val="2B2B2B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7pPr>
            <a:lvl8pPr algn="l">
              <a:defRPr sz="2025" b="0">
                <a:solidFill>
                  <a:srgbClr val="2B2B2B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8pPr>
            <a:lvl9pPr algn="l">
              <a:defRPr sz="2025" b="0">
                <a:solidFill>
                  <a:srgbClr val="2B2B2B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9pPr>
          </a:lstStyle>
          <a:p>
            <a:pPr algn="l">
              <a:defRPr sz="2025" b="0">
                <a:solidFill>
                  <a:srgbClr val="2B2B2B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pPr>
            <a:r>
              <a:rPr sz="2025" b="0">
                <a:solidFill>
                  <a:srgbClr val="2B2B2B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rPr>
              <a:t>浏览器完整回归通过</a:t>
            </a:r>
            <a:endParaRPr sz="2025" b="0">
              <a:solidFill>
                <a:srgbClr val="2B2B2B"/>
              </a:solidFill>
              <a:latin typeface="Heiti TC" panose="02000000000000000000" charset="-122"/>
              <a:ea typeface="Heiti TC" panose="02000000000000000000" charset="-122"/>
              <a:cs typeface="Heiti TC" panose="02000000000000000000" charset="-122"/>
            </a:endParaRPr>
          </a:p>
        </p:txBody>
      </p:sp>
      <p:sp>
        <p:nvSpPr>
          <p:cNvPr id="12" name="rule-142"/>
          <p:cNvSpPr>
            <a:spLocks noGrp="1"/>
          </p:cNvSpPr>
          <p:nvPr/>
        </p:nvSpPr>
        <p:spPr>
          <a:xfrm>
            <a:off x="619125" y="3857625"/>
            <a:ext cx="10953750" cy="0"/>
          </a:xfrm>
          <a:prstGeom prst="line">
            <a:avLst/>
          </a:prstGeom>
          <a:noFill/>
          <a:ln w="9525">
            <a:solidFill>
              <a:srgbClr val="D7CBB3"/>
            </a:solidFill>
            <a:prstDash val="solid"/>
          </a:ln>
        </p:spPr>
      </p:sp>
      <p:sp>
        <p:nvSpPr>
          <p:cNvPr id="13" name="text-143"/>
          <p:cNvSpPr>
            <a:spLocks noGrp="1"/>
          </p:cNvSpPr>
          <p:nvPr/>
        </p:nvSpPr>
        <p:spPr>
          <a:xfrm>
            <a:off x="628650" y="4181475"/>
            <a:ext cx="161925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1">
                <a:solidFill>
                  <a:srgbClr val="B02A1F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defPPr>
            <a:lvl1pPr algn="l">
              <a:defRPr sz="1950" b="1">
                <a:solidFill>
                  <a:srgbClr val="B02A1F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1pPr>
            <a:lvl2pPr algn="l">
              <a:defRPr sz="1950" b="1">
                <a:solidFill>
                  <a:srgbClr val="B02A1F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2pPr>
            <a:lvl3pPr algn="l">
              <a:defRPr sz="1950" b="1">
                <a:solidFill>
                  <a:srgbClr val="B02A1F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3pPr>
            <a:lvl4pPr algn="l">
              <a:defRPr sz="1950" b="1">
                <a:solidFill>
                  <a:srgbClr val="B02A1F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4pPr>
            <a:lvl5pPr algn="l">
              <a:defRPr sz="1950" b="1">
                <a:solidFill>
                  <a:srgbClr val="B02A1F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5pPr>
            <a:lvl6pPr algn="l">
              <a:defRPr sz="1950" b="1">
                <a:solidFill>
                  <a:srgbClr val="B02A1F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6pPr>
            <a:lvl7pPr algn="l">
              <a:defRPr sz="1950" b="1">
                <a:solidFill>
                  <a:srgbClr val="B02A1F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7pPr>
            <a:lvl8pPr algn="l">
              <a:defRPr sz="1950" b="1">
                <a:solidFill>
                  <a:srgbClr val="B02A1F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8pPr>
            <a:lvl9pPr algn="l">
              <a:defRPr sz="1950" b="1">
                <a:solidFill>
                  <a:srgbClr val="B02A1F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9pPr>
          </a:lstStyle>
          <a:p>
            <a:pPr algn="l">
              <a:defRPr sz="1950" b="1">
                <a:solidFill>
                  <a:srgbClr val="B02A1F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pPr>
            <a:r>
              <a:rPr sz="1950" b="1">
                <a:solidFill>
                  <a:srgbClr val="B02A1F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rPr>
              <a:t>已留证</a:t>
            </a:r>
            <a:endParaRPr sz="1950" b="1">
              <a:solidFill>
                <a:srgbClr val="B02A1F"/>
              </a:solidFill>
              <a:latin typeface="Heiti TC" panose="02000000000000000000" charset="-122"/>
              <a:ea typeface="Heiti TC" panose="02000000000000000000" charset="-122"/>
              <a:cs typeface="Heiti TC" panose="02000000000000000000" charset="-122"/>
            </a:endParaRPr>
          </a:p>
        </p:txBody>
      </p:sp>
      <p:sp>
        <p:nvSpPr>
          <p:cNvPr id="14" name="text-144"/>
          <p:cNvSpPr>
            <a:spLocks noGrp="1"/>
          </p:cNvSpPr>
          <p:nvPr/>
        </p:nvSpPr>
        <p:spPr>
          <a:xfrm>
            <a:off x="2447925" y="4181475"/>
            <a:ext cx="90487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2B2B2B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defPPr>
            <a:lvl1pPr algn="l">
              <a:defRPr sz="1875" b="0">
                <a:solidFill>
                  <a:srgbClr val="2B2B2B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1pPr>
            <a:lvl2pPr algn="l">
              <a:defRPr sz="1875" b="0">
                <a:solidFill>
                  <a:srgbClr val="2B2B2B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2pPr>
            <a:lvl3pPr algn="l">
              <a:defRPr sz="1875" b="0">
                <a:solidFill>
                  <a:srgbClr val="2B2B2B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3pPr>
            <a:lvl4pPr algn="l">
              <a:defRPr sz="1875" b="0">
                <a:solidFill>
                  <a:srgbClr val="2B2B2B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4pPr>
            <a:lvl5pPr algn="l">
              <a:defRPr sz="1875" b="0">
                <a:solidFill>
                  <a:srgbClr val="2B2B2B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5pPr>
            <a:lvl6pPr algn="l">
              <a:defRPr sz="1875" b="0">
                <a:solidFill>
                  <a:srgbClr val="2B2B2B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6pPr>
            <a:lvl7pPr algn="l">
              <a:defRPr sz="1875" b="0">
                <a:solidFill>
                  <a:srgbClr val="2B2B2B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7pPr>
            <a:lvl8pPr algn="l">
              <a:defRPr sz="1875" b="0">
                <a:solidFill>
                  <a:srgbClr val="2B2B2B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8pPr>
            <a:lvl9pPr algn="l">
              <a:defRPr sz="1875" b="0">
                <a:solidFill>
                  <a:srgbClr val="2B2B2B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9pPr>
          </a:lstStyle>
          <a:p>
            <a:pPr algn="l">
              <a:defRPr sz="1875" b="0">
                <a:solidFill>
                  <a:srgbClr val="2B2B2B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pPr>
            <a:r>
              <a:rPr sz="1875" b="0">
                <a:solidFill>
                  <a:srgbClr val="2B2B2B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rPr>
              <a:t>真实多轮对话与评价；图片、语音接口分别调用；HTTPS 测试入口</a:t>
            </a:r>
            <a:endParaRPr sz="1875" b="0">
              <a:solidFill>
                <a:srgbClr val="2B2B2B"/>
              </a:solidFill>
              <a:latin typeface="Heiti TC" panose="02000000000000000000" charset="-122"/>
              <a:ea typeface="Heiti TC" panose="02000000000000000000" charset="-122"/>
              <a:cs typeface="Heiti TC" panose="02000000000000000000" charset="-122"/>
            </a:endParaRPr>
          </a:p>
        </p:txBody>
      </p:sp>
      <p:sp>
        <p:nvSpPr>
          <p:cNvPr id="15" name="text-145"/>
          <p:cNvSpPr>
            <a:spLocks noGrp="1"/>
          </p:cNvSpPr>
          <p:nvPr/>
        </p:nvSpPr>
        <p:spPr>
          <a:xfrm>
            <a:off x="628650" y="5181600"/>
            <a:ext cx="161925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1">
                <a:solidFill>
                  <a:srgbClr val="B02A1F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defPPr>
            <a:lvl1pPr algn="l">
              <a:defRPr sz="1950" b="1">
                <a:solidFill>
                  <a:srgbClr val="B02A1F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1pPr>
            <a:lvl2pPr algn="l">
              <a:defRPr sz="1950" b="1">
                <a:solidFill>
                  <a:srgbClr val="B02A1F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2pPr>
            <a:lvl3pPr algn="l">
              <a:defRPr sz="1950" b="1">
                <a:solidFill>
                  <a:srgbClr val="B02A1F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3pPr>
            <a:lvl4pPr algn="l">
              <a:defRPr sz="1950" b="1">
                <a:solidFill>
                  <a:srgbClr val="B02A1F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4pPr>
            <a:lvl5pPr algn="l">
              <a:defRPr sz="1950" b="1">
                <a:solidFill>
                  <a:srgbClr val="B02A1F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5pPr>
            <a:lvl6pPr algn="l">
              <a:defRPr sz="1950" b="1">
                <a:solidFill>
                  <a:srgbClr val="B02A1F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6pPr>
            <a:lvl7pPr algn="l">
              <a:defRPr sz="1950" b="1">
                <a:solidFill>
                  <a:srgbClr val="B02A1F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7pPr>
            <a:lvl8pPr algn="l">
              <a:defRPr sz="1950" b="1">
                <a:solidFill>
                  <a:srgbClr val="B02A1F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8pPr>
            <a:lvl9pPr algn="l">
              <a:defRPr sz="1950" b="1">
                <a:solidFill>
                  <a:srgbClr val="B02A1F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9pPr>
          </a:lstStyle>
          <a:p>
            <a:pPr algn="l">
              <a:defRPr sz="1950" b="1">
                <a:solidFill>
                  <a:srgbClr val="B02A1F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pPr>
            <a:r>
              <a:rPr sz="1950" b="1">
                <a:solidFill>
                  <a:srgbClr val="B02A1F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rPr>
              <a:t>持续复测</a:t>
            </a:r>
            <a:endParaRPr sz="1950" b="1">
              <a:solidFill>
                <a:srgbClr val="B02A1F"/>
              </a:solidFill>
              <a:latin typeface="Heiti TC" panose="02000000000000000000" charset="-122"/>
              <a:ea typeface="Heiti TC" panose="02000000000000000000" charset="-122"/>
              <a:cs typeface="Heiti TC" panose="02000000000000000000" charset="-122"/>
            </a:endParaRPr>
          </a:p>
        </p:txBody>
      </p:sp>
      <p:sp>
        <p:nvSpPr>
          <p:cNvPr id="16" name="text-146"/>
          <p:cNvSpPr>
            <a:spLocks noGrp="1"/>
          </p:cNvSpPr>
          <p:nvPr/>
        </p:nvSpPr>
        <p:spPr>
          <a:xfrm>
            <a:off x="2447925" y="5181600"/>
            <a:ext cx="90487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2B2B2B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defPPr>
            <a:lvl1pPr algn="l">
              <a:defRPr sz="1875" b="0">
                <a:solidFill>
                  <a:srgbClr val="2B2B2B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1pPr>
            <a:lvl2pPr algn="l">
              <a:defRPr sz="1875" b="0">
                <a:solidFill>
                  <a:srgbClr val="2B2B2B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2pPr>
            <a:lvl3pPr algn="l">
              <a:defRPr sz="1875" b="0">
                <a:solidFill>
                  <a:srgbClr val="2B2B2B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3pPr>
            <a:lvl4pPr algn="l">
              <a:defRPr sz="1875" b="0">
                <a:solidFill>
                  <a:srgbClr val="2B2B2B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4pPr>
            <a:lvl5pPr algn="l">
              <a:defRPr sz="1875" b="0">
                <a:solidFill>
                  <a:srgbClr val="2B2B2B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5pPr>
            <a:lvl6pPr algn="l">
              <a:defRPr sz="1875" b="0">
                <a:solidFill>
                  <a:srgbClr val="2B2B2B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6pPr>
            <a:lvl7pPr algn="l">
              <a:defRPr sz="1875" b="0">
                <a:solidFill>
                  <a:srgbClr val="2B2B2B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7pPr>
            <a:lvl8pPr algn="l">
              <a:defRPr sz="1875" b="0">
                <a:solidFill>
                  <a:srgbClr val="2B2B2B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8pPr>
            <a:lvl9pPr algn="l">
              <a:defRPr sz="1875" b="0">
                <a:solidFill>
                  <a:srgbClr val="2B2B2B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9pPr>
          </a:lstStyle>
          <a:p>
            <a:pPr algn="l">
              <a:defRPr sz="1875" b="0">
                <a:solidFill>
                  <a:srgbClr val="2B2B2B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pPr>
            <a:r>
              <a:rPr sz="1875" b="0">
                <a:solidFill>
                  <a:srgbClr val="2B2B2B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rPr>
              <a:t>手机完整语音整局、最新键盘布局、真实穿搭与 PNG 保存</a:t>
            </a:r>
            <a:endParaRPr sz="1875" b="0">
              <a:solidFill>
                <a:srgbClr val="2B2B2B"/>
              </a:solidFill>
              <a:latin typeface="Heiti TC" panose="02000000000000000000" charset="-122"/>
              <a:ea typeface="Heiti TC" panose="02000000000000000000" charset="-122"/>
              <a:cs typeface="Heiti TC" panose="02000000000000000000" charset="-122"/>
            </a:endParaRPr>
          </a:p>
        </p:txBody>
      </p:sp>
      <p:sp>
        <p:nvSpPr>
          <p:cNvPr id="17" name="text-147"/>
          <p:cNvSpPr>
            <a:spLocks noGrp="1"/>
          </p:cNvSpPr>
          <p:nvPr/>
        </p:nvSpPr>
        <p:spPr>
          <a:xfrm>
            <a:off x="628650" y="5953125"/>
            <a:ext cx="109537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35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defPPr>
            <a:lvl1pPr algn="l">
              <a:defRPr sz="135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1pPr>
            <a:lvl2pPr algn="l">
              <a:defRPr sz="135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2pPr>
            <a:lvl3pPr algn="l">
              <a:defRPr sz="135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3pPr>
            <a:lvl4pPr algn="l">
              <a:defRPr sz="135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4pPr>
            <a:lvl5pPr algn="l">
              <a:defRPr sz="135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5pPr>
            <a:lvl6pPr algn="l">
              <a:defRPr sz="135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6pPr>
            <a:lvl7pPr algn="l">
              <a:defRPr sz="135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7pPr>
            <a:lvl8pPr algn="l">
              <a:defRPr sz="135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8pPr>
            <a:lvl9pPr algn="l">
              <a:defRPr sz="135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9pPr>
          </a:lstStyle>
          <a:p>
            <a:pPr algn="l">
              <a:defRPr sz="135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pPr>
            <a:r>
              <a:rPr sz="135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rPr>
              <a:t>浏览器回归包含模拟媒体，5 项专用假镜头场景跳过；不能代替真机验收</a:t>
            </a:r>
            <a:endParaRPr sz="1350" b="0">
              <a:solidFill>
                <a:srgbClr val="85765C"/>
              </a:solidFill>
              <a:latin typeface="Heiti TC" panose="02000000000000000000" charset="-122"/>
              <a:ea typeface="Heiti TC" panose="02000000000000000000" charset="-122"/>
              <a:cs typeface="Heiti TC" panose="02000000000000000000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EFD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4" name="text-148"/>
          <p:cNvSpPr>
            <a:spLocks noGrp="1"/>
          </p:cNvSpPr>
          <p:nvPr/>
        </p:nvSpPr>
        <p:spPr>
          <a:xfrm>
            <a:off x="609600" y="285750"/>
            <a:ext cx="63817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200" b="0">
                <a:solidFill>
                  <a:srgbClr val="B02A1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 algn="l">
              <a:defRPr sz="1200" b="0">
                <a:solidFill>
                  <a:srgbClr val="B02A1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 algn="l">
              <a:defRPr sz="1200" b="0">
                <a:solidFill>
                  <a:srgbClr val="B02A1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 algn="l">
              <a:defRPr sz="1200" b="0">
                <a:solidFill>
                  <a:srgbClr val="B02A1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 algn="l">
              <a:defRPr sz="1200" b="0">
                <a:solidFill>
                  <a:srgbClr val="B02A1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 algn="l">
              <a:defRPr sz="1200" b="0">
                <a:solidFill>
                  <a:srgbClr val="B02A1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 algn="l">
              <a:defRPr sz="1200" b="0">
                <a:solidFill>
                  <a:srgbClr val="B02A1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 algn="l">
              <a:defRPr sz="1200" b="0">
                <a:solidFill>
                  <a:srgbClr val="B02A1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 algn="l">
              <a:defRPr sz="1200" b="0">
                <a:solidFill>
                  <a:srgbClr val="B02A1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 algn="l">
              <a:defRPr sz="1200" b="0">
                <a:solidFill>
                  <a:srgbClr val="B02A1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 algn="l">
              <a:defRPr sz="1200" b="0">
                <a:solidFill>
                  <a:srgbClr val="B02A1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00" b="0">
                <a:solidFill>
                  <a:srgbClr val="B02A1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OFFER 大作战 · 校园人事部</a:t>
            </a:r>
            <a:endParaRPr sz="1200" b="0">
              <a:solidFill>
                <a:srgbClr val="B02A1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" name="text-149"/>
          <p:cNvSpPr>
            <a:spLocks noGrp="1"/>
          </p:cNvSpPr>
          <p:nvPr/>
        </p:nvSpPr>
        <p:spPr>
          <a:xfrm>
            <a:off x="9144000" y="285750"/>
            <a:ext cx="24384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20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defPPr>
            <a:lvl1pPr algn="r">
              <a:defRPr sz="120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1pPr>
            <a:lvl2pPr algn="r">
              <a:defRPr sz="120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2pPr>
            <a:lvl3pPr algn="r">
              <a:defRPr sz="120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3pPr>
            <a:lvl4pPr algn="r">
              <a:defRPr sz="120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4pPr>
            <a:lvl5pPr algn="r">
              <a:defRPr sz="120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5pPr>
            <a:lvl6pPr algn="r">
              <a:defRPr sz="120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6pPr>
            <a:lvl7pPr algn="r">
              <a:defRPr sz="120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7pPr>
            <a:lvl8pPr algn="r">
              <a:defRPr sz="120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8pPr>
            <a:lvl9pPr algn="r">
              <a:defRPr sz="120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9pPr>
          </a:lstStyle>
          <a:p>
            <a:pPr algn="r">
              <a:defRPr sz="120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pPr>
            <a:r>
              <a:rPr sz="120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rPr>
              <a:t>演示动线</a:t>
            </a:r>
            <a:endParaRPr sz="1200" b="0">
              <a:solidFill>
                <a:srgbClr val="85765C"/>
              </a:solidFill>
              <a:latin typeface="Heiti TC" panose="02000000000000000000" charset="-122"/>
              <a:ea typeface="Heiti TC" panose="02000000000000000000" charset="-122"/>
              <a:cs typeface="Heiti TC" panose="02000000000000000000" charset="-122"/>
            </a:endParaRPr>
          </a:p>
        </p:txBody>
      </p:sp>
      <p:sp>
        <p:nvSpPr>
          <p:cNvPr id="3" name="rule-150"/>
          <p:cNvSpPr>
            <a:spLocks noGrp="1"/>
          </p:cNvSpPr>
          <p:nvPr/>
        </p:nvSpPr>
        <p:spPr>
          <a:xfrm>
            <a:off x="609600" y="723900"/>
            <a:ext cx="10972800" cy="0"/>
          </a:xfrm>
          <a:prstGeom prst="line">
            <a:avLst/>
          </a:prstGeom>
          <a:noFill/>
          <a:ln w="14288">
            <a:solidFill>
              <a:srgbClr val="2B2B2B"/>
            </a:solidFill>
            <a:prstDash val="solid"/>
          </a:ln>
        </p:spPr>
      </p:sp>
      <p:sp>
        <p:nvSpPr>
          <p:cNvPr id="4" name="slide-11-title"/>
          <p:cNvSpPr>
            <a:spLocks noGrp="1"/>
          </p:cNvSpPr>
          <p:nvPr/>
        </p:nvSpPr>
        <p:spPr>
          <a:xfrm>
            <a:off x="609600" y="1000125"/>
            <a:ext cx="109728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300" b="1">
                <a:solidFill>
                  <a:srgbClr val="2B2B2B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defRPr>
            </a:defPPr>
            <a:lvl1pPr algn="l">
              <a:defRPr sz="3300" b="1">
                <a:solidFill>
                  <a:srgbClr val="2B2B2B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defRPr>
            </a:lvl1pPr>
            <a:lvl2pPr algn="l">
              <a:defRPr sz="3300" b="1">
                <a:solidFill>
                  <a:srgbClr val="2B2B2B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defRPr>
            </a:lvl2pPr>
            <a:lvl3pPr algn="l">
              <a:defRPr sz="3300" b="1">
                <a:solidFill>
                  <a:srgbClr val="2B2B2B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defRPr>
            </a:lvl3pPr>
            <a:lvl4pPr algn="l">
              <a:defRPr sz="3300" b="1">
                <a:solidFill>
                  <a:srgbClr val="2B2B2B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defRPr>
            </a:lvl4pPr>
            <a:lvl5pPr algn="l">
              <a:defRPr sz="3300" b="1">
                <a:solidFill>
                  <a:srgbClr val="2B2B2B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defRPr>
            </a:lvl5pPr>
            <a:lvl6pPr algn="l">
              <a:defRPr sz="3300" b="1">
                <a:solidFill>
                  <a:srgbClr val="2B2B2B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defRPr>
            </a:lvl6pPr>
            <a:lvl7pPr algn="l">
              <a:defRPr sz="3300" b="1">
                <a:solidFill>
                  <a:srgbClr val="2B2B2B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defRPr>
            </a:lvl7pPr>
            <a:lvl8pPr algn="l">
              <a:defRPr sz="3300" b="1">
                <a:solidFill>
                  <a:srgbClr val="2B2B2B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defRPr>
            </a:lvl8pPr>
            <a:lvl9pPr algn="l">
              <a:defRPr sz="3300" b="1">
                <a:solidFill>
                  <a:srgbClr val="2B2B2B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defRPr>
            </a:lvl9pPr>
          </a:lstStyle>
          <a:p>
            <a:pPr algn="l">
              <a:defRPr sz="3300" b="1">
                <a:solidFill>
                  <a:srgbClr val="2B2B2B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defRPr>
            </a:pPr>
            <a:r>
              <a:rPr sz="3300" b="1">
                <a:solidFill>
                  <a:srgbClr val="2B2B2B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rPr>
              <a:t>现场演示：应聘“摸鱼艺术家”</a:t>
            </a:r>
            <a:endParaRPr sz="3300" b="1">
              <a:solidFill>
                <a:srgbClr val="2B2B2B"/>
              </a:solidFill>
              <a:latin typeface="Songti SC" panose="02010800040101010101" charset="-122"/>
              <a:ea typeface="Songti SC" panose="02010800040101010101" charset="-122"/>
              <a:cs typeface="Songti SC" panose="02010800040101010101" charset="-122"/>
            </a:endParaRPr>
          </a:p>
        </p:txBody>
      </p:sp>
      <p:sp>
        <p:nvSpPr>
          <p:cNvPr id="5" name="rule-151"/>
          <p:cNvSpPr>
            <a:spLocks noGrp="1"/>
          </p:cNvSpPr>
          <p:nvPr/>
        </p:nvSpPr>
        <p:spPr>
          <a:xfrm>
            <a:off x="609600" y="6372225"/>
            <a:ext cx="10972800" cy="0"/>
          </a:xfrm>
          <a:prstGeom prst="line">
            <a:avLst/>
          </a:prstGeom>
          <a:noFill/>
          <a:ln w="9525">
            <a:solidFill>
              <a:srgbClr val="D7CBB3"/>
            </a:solidFill>
            <a:prstDash val="solid"/>
          </a:ln>
        </p:spPr>
      </p:sp>
      <p:sp>
        <p:nvSpPr>
          <p:cNvPr id="6" name="text-152"/>
          <p:cNvSpPr>
            <a:spLocks noGrp="1"/>
          </p:cNvSpPr>
          <p:nvPr/>
        </p:nvSpPr>
        <p:spPr>
          <a:xfrm>
            <a:off x="609600" y="6496050"/>
            <a:ext cx="71437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defPPr>
            <a:lvl1pPr algn="l">
              <a:defRPr sz="1125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1pPr>
            <a:lvl2pPr algn="l">
              <a:defRPr sz="1125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2pPr>
            <a:lvl3pPr algn="l">
              <a:defRPr sz="1125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3pPr>
            <a:lvl4pPr algn="l">
              <a:defRPr sz="1125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4pPr>
            <a:lvl5pPr algn="l">
              <a:defRPr sz="1125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5pPr>
            <a:lvl6pPr algn="l">
              <a:defRPr sz="1125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6pPr>
            <a:lvl7pPr algn="l">
              <a:defRPr sz="1125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7pPr>
            <a:lvl8pPr algn="l">
              <a:defRPr sz="1125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8pPr>
            <a:lvl9pPr algn="l">
              <a:defRPr sz="1125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9pPr>
          </a:lstStyle>
          <a:p>
            <a:pPr algn="l">
              <a:defRPr sz="1125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pPr>
            <a:r>
              <a:rPr sz="1125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rPr>
              <a:t>有请下一队  /  黄淮学院</a:t>
            </a:r>
            <a:endParaRPr sz="1125" b="0">
              <a:solidFill>
                <a:srgbClr val="85765C"/>
              </a:solidFill>
              <a:latin typeface="Heiti TC" panose="02000000000000000000" charset="-122"/>
              <a:ea typeface="Heiti TC" panose="02000000000000000000" charset="-122"/>
              <a:cs typeface="Heiti TC" panose="02000000000000000000" charset="-122"/>
            </a:endParaRPr>
          </a:p>
        </p:txBody>
      </p:sp>
      <p:sp>
        <p:nvSpPr>
          <p:cNvPr id="7" name="text-153"/>
          <p:cNvSpPr>
            <a:spLocks noGrp="1"/>
          </p:cNvSpPr>
          <p:nvPr/>
        </p:nvSpPr>
        <p:spPr>
          <a:xfrm>
            <a:off x="10334625" y="6496050"/>
            <a:ext cx="1238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125" b="0">
                <a:solidFill>
                  <a:srgbClr val="85765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 algn="r">
              <a:defRPr sz="1125" b="0">
                <a:solidFill>
                  <a:srgbClr val="85765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 algn="r">
              <a:defRPr sz="1125" b="0">
                <a:solidFill>
                  <a:srgbClr val="85765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 algn="r">
              <a:defRPr sz="1125" b="0">
                <a:solidFill>
                  <a:srgbClr val="85765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 algn="r">
              <a:defRPr sz="1125" b="0">
                <a:solidFill>
                  <a:srgbClr val="85765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 algn="r">
              <a:defRPr sz="1125" b="0">
                <a:solidFill>
                  <a:srgbClr val="85765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 algn="r">
              <a:defRPr sz="1125" b="0">
                <a:solidFill>
                  <a:srgbClr val="85765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 algn="r">
              <a:defRPr sz="1125" b="0">
                <a:solidFill>
                  <a:srgbClr val="85765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 algn="r">
              <a:defRPr sz="1125" b="0">
                <a:solidFill>
                  <a:srgbClr val="85765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 algn="r">
              <a:defRPr sz="1125" b="0">
                <a:solidFill>
                  <a:srgbClr val="85765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 algn="r">
              <a:defRPr sz="1125" b="0">
                <a:solidFill>
                  <a:srgbClr val="85765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125" b="0">
                <a:solidFill>
                  <a:srgbClr val="85765C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11 / 12</a:t>
            </a:r>
            <a:endParaRPr sz="1125" b="0">
              <a:solidFill>
                <a:srgbClr val="85765C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8" name="text-154"/>
          <p:cNvSpPr>
            <a:spLocks noGrp="1"/>
          </p:cNvSpPr>
          <p:nvPr/>
        </p:nvSpPr>
        <p:spPr>
          <a:xfrm>
            <a:off x="628650" y="2114550"/>
            <a:ext cx="6810375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775" b="1">
                <a:solidFill>
                  <a:srgbClr val="B02A1F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defRPr>
            </a:defPPr>
            <a:lvl1pPr algn="l">
              <a:defRPr sz="2775" b="1">
                <a:solidFill>
                  <a:srgbClr val="B02A1F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defRPr>
            </a:lvl1pPr>
            <a:lvl2pPr algn="l">
              <a:defRPr sz="2775" b="1">
                <a:solidFill>
                  <a:srgbClr val="B02A1F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defRPr>
            </a:lvl2pPr>
            <a:lvl3pPr algn="l">
              <a:defRPr sz="2775" b="1">
                <a:solidFill>
                  <a:srgbClr val="B02A1F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defRPr>
            </a:lvl3pPr>
            <a:lvl4pPr algn="l">
              <a:defRPr sz="2775" b="1">
                <a:solidFill>
                  <a:srgbClr val="B02A1F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defRPr>
            </a:lvl4pPr>
            <a:lvl5pPr algn="l">
              <a:defRPr sz="2775" b="1">
                <a:solidFill>
                  <a:srgbClr val="B02A1F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defRPr>
            </a:lvl5pPr>
            <a:lvl6pPr algn="l">
              <a:defRPr sz="2775" b="1">
                <a:solidFill>
                  <a:srgbClr val="B02A1F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defRPr>
            </a:lvl6pPr>
            <a:lvl7pPr algn="l">
              <a:defRPr sz="2775" b="1">
                <a:solidFill>
                  <a:srgbClr val="B02A1F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defRPr>
            </a:lvl7pPr>
            <a:lvl8pPr algn="l">
              <a:defRPr sz="2775" b="1">
                <a:solidFill>
                  <a:srgbClr val="B02A1F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defRPr>
            </a:lvl8pPr>
            <a:lvl9pPr algn="l">
              <a:defRPr sz="2775" b="1">
                <a:solidFill>
                  <a:srgbClr val="B02A1F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defRPr>
            </a:lvl9pPr>
          </a:lstStyle>
          <a:p>
            <a:pPr algn="l">
              <a:defRPr sz="2775" b="1">
                <a:solidFill>
                  <a:srgbClr val="B02A1F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defRPr>
            </a:pPr>
            <a:r>
              <a:rPr sz="2775" b="1">
                <a:solidFill>
                  <a:srgbClr val="B02A1F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rPr>
              <a:t>选择岗位与摸鱼前辈</a:t>
            </a:r>
            <a:endParaRPr sz="2775" b="1">
              <a:solidFill>
                <a:srgbClr val="B02A1F"/>
              </a:solidFill>
              <a:latin typeface="Songti SC" panose="02010800040101010101" charset="-122"/>
              <a:ea typeface="Songti SC" panose="02010800040101010101" charset="-122"/>
              <a:cs typeface="Songti SC" panose="02010800040101010101" charset="-122"/>
            </a:endParaRPr>
          </a:p>
        </p:txBody>
      </p:sp>
      <p:sp>
        <p:nvSpPr>
          <p:cNvPr id="9" name="text-155"/>
          <p:cNvSpPr>
            <a:spLocks noGrp="1"/>
          </p:cNvSpPr>
          <p:nvPr/>
        </p:nvSpPr>
        <p:spPr>
          <a:xfrm>
            <a:off x="628650" y="2952750"/>
            <a:ext cx="1057275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700" b="0">
                <a:solidFill>
                  <a:srgbClr val="2B2B2B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defRPr>
            </a:defPPr>
            <a:lvl1pPr algn="l">
              <a:defRPr sz="2700" b="0">
                <a:solidFill>
                  <a:srgbClr val="2B2B2B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defRPr>
            </a:lvl1pPr>
            <a:lvl2pPr algn="l">
              <a:defRPr sz="2700" b="0">
                <a:solidFill>
                  <a:srgbClr val="2B2B2B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defRPr>
            </a:lvl2pPr>
            <a:lvl3pPr algn="l">
              <a:defRPr sz="2700" b="0">
                <a:solidFill>
                  <a:srgbClr val="2B2B2B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defRPr>
            </a:lvl3pPr>
            <a:lvl4pPr algn="l">
              <a:defRPr sz="2700" b="0">
                <a:solidFill>
                  <a:srgbClr val="2B2B2B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defRPr>
            </a:lvl4pPr>
            <a:lvl5pPr algn="l">
              <a:defRPr sz="2700" b="0">
                <a:solidFill>
                  <a:srgbClr val="2B2B2B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defRPr>
            </a:lvl5pPr>
            <a:lvl6pPr algn="l">
              <a:defRPr sz="2700" b="0">
                <a:solidFill>
                  <a:srgbClr val="2B2B2B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defRPr>
            </a:lvl6pPr>
            <a:lvl7pPr algn="l">
              <a:defRPr sz="2700" b="0">
                <a:solidFill>
                  <a:srgbClr val="2B2B2B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defRPr>
            </a:lvl7pPr>
            <a:lvl8pPr algn="l">
              <a:defRPr sz="2700" b="0">
                <a:solidFill>
                  <a:srgbClr val="2B2B2B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defRPr>
            </a:lvl8pPr>
            <a:lvl9pPr algn="l">
              <a:defRPr sz="2700" b="0">
                <a:solidFill>
                  <a:srgbClr val="2B2B2B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defRPr>
            </a:lvl9pPr>
          </a:lstStyle>
          <a:p>
            <a:pPr algn="l">
              <a:defRPr sz="2700" b="0">
                <a:solidFill>
                  <a:srgbClr val="2B2B2B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defRPr>
            </a:pPr>
            <a:r>
              <a:rPr sz="2700" b="0">
                <a:solidFill>
                  <a:srgbClr val="2B2B2B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rPr>
              <a:t>答四题  →  查看五维结果  →  导出录用单</a:t>
            </a:r>
            <a:endParaRPr sz="2700" b="0">
              <a:solidFill>
                <a:srgbClr val="2B2B2B"/>
              </a:solidFill>
              <a:latin typeface="Songti SC" panose="02010800040101010101" charset="-122"/>
              <a:ea typeface="Songti SC" panose="02010800040101010101" charset="-122"/>
              <a:cs typeface="Songti SC" panose="02010800040101010101" charset="-122"/>
            </a:endParaRPr>
          </a:p>
        </p:txBody>
      </p:sp>
      <p:sp>
        <p:nvSpPr>
          <p:cNvPr id="10" name="text-156"/>
          <p:cNvSpPr>
            <a:spLocks noGrp="1"/>
          </p:cNvSpPr>
          <p:nvPr/>
        </p:nvSpPr>
        <p:spPr>
          <a:xfrm>
            <a:off x="628650" y="3933825"/>
            <a:ext cx="714375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1">
                <a:solidFill>
                  <a:srgbClr val="2B2B2B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defPPr>
            <a:lvl1pPr algn="l">
              <a:defRPr sz="2250" b="1">
                <a:solidFill>
                  <a:srgbClr val="2B2B2B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1pPr>
            <a:lvl2pPr algn="l">
              <a:defRPr sz="2250" b="1">
                <a:solidFill>
                  <a:srgbClr val="2B2B2B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2pPr>
            <a:lvl3pPr algn="l">
              <a:defRPr sz="2250" b="1">
                <a:solidFill>
                  <a:srgbClr val="2B2B2B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3pPr>
            <a:lvl4pPr algn="l">
              <a:defRPr sz="2250" b="1">
                <a:solidFill>
                  <a:srgbClr val="2B2B2B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4pPr>
            <a:lvl5pPr algn="l">
              <a:defRPr sz="2250" b="1">
                <a:solidFill>
                  <a:srgbClr val="2B2B2B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5pPr>
            <a:lvl6pPr algn="l">
              <a:defRPr sz="2250" b="1">
                <a:solidFill>
                  <a:srgbClr val="2B2B2B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6pPr>
            <a:lvl7pPr algn="l">
              <a:defRPr sz="2250" b="1">
                <a:solidFill>
                  <a:srgbClr val="2B2B2B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7pPr>
            <a:lvl8pPr algn="l">
              <a:defRPr sz="2250" b="1">
                <a:solidFill>
                  <a:srgbClr val="2B2B2B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8pPr>
            <a:lvl9pPr algn="l">
              <a:defRPr sz="2250" b="1">
                <a:solidFill>
                  <a:srgbClr val="2B2B2B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9pPr>
          </a:lstStyle>
          <a:p>
            <a:pPr algn="l">
              <a:defRPr sz="2250" b="1">
                <a:solidFill>
                  <a:srgbClr val="2B2B2B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pPr>
            <a:r>
              <a:rPr sz="2250" b="1">
                <a:solidFill>
                  <a:srgbClr val="2B2B2B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rPr>
              <a:t>再把面试官的位置交给你</a:t>
            </a:r>
            <a:endParaRPr sz="2250" b="1">
              <a:solidFill>
                <a:srgbClr val="2B2B2B"/>
              </a:solidFill>
              <a:latin typeface="Heiti TC" panose="02000000000000000000" charset="-122"/>
              <a:ea typeface="Heiti TC" panose="02000000000000000000" charset="-122"/>
              <a:cs typeface="Heiti TC" panose="02000000000000000000" charset="-122"/>
            </a:endParaRPr>
          </a:p>
        </p:txBody>
      </p:sp>
      <p:sp>
        <p:nvSpPr>
          <p:cNvPr id="11" name="text-157"/>
          <p:cNvSpPr>
            <a:spLocks noGrp="1"/>
          </p:cNvSpPr>
          <p:nvPr/>
        </p:nvSpPr>
        <p:spPr>
          <a:xfrm>
            <a:off x="628650" y="4552950"/>
            <a:ext cx="904875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defPPr>
            <a:lvl1pPr algn="l">
              <a:defRPr sz="195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1pPr>
            <a:lvl2pPr algn="l">
              <a:defRPr sz="195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2pPr>
            <a:lvl3pPr algn="l">
              <a:defRPr sz="195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3pPr>
            <a:lvl4pPr algn="l">
              <a:defRPr sz="195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4pPr>
            <a:lvl5pPr algn="l">
              <a:defRPr sz="195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5pPr>
            <a:lvl6pPr algn="l">
              <a:defRPr sz="195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6pPr>
            <a:lvl7pPr algn="l">
              <a:defRPr sz="195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7pPr>
            <a:lvl8pPr algn="l">
              <a:defRPr sz="195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8pPr>
            <a:lvl9pPr algn="l">
              <a:defRPr sz="195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9pPr>
          </a:lstStyle>
          <a:p>
            <a:pPr algn="l">
              <a:defRPr sz="195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pPr>
            <a:r>
              <a:rPr sz="195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rPr>
              <a:t>进入反转模式，向小欧提问并决定录取或淘汰</a:t>
            </a:r>
            <a:endParaRPr sz="1950" b="0">
              <a:solidFill>
                <a:srgbClr val="85765C"/>
              </a:solidFill>
              <a:latin typeface="Heiti TC" panose="02000000000000000000" charset="-122"/>
              <a:ea typeface="Heiti TC" panose="02000000000000000000" charset="-122"/>
              <a:cs typeface="Heiti TC" panose="02000000000000000000" charset="-122"/>
            </a:endParaRPr>
          </a:p>
        </p:txBody>
      </p:sp>
      <p:sp>
        <p:nvSpPr>
          <p:cNvPr id="12" name="text-158"/>
          <p:cNvSpPr>
            <a:spLocks noGrp="1"/>
          </p:cNvSpPr>
          <p:nvPr/>
        </p:nvSpPr>
        <p:spPr>
          <a:xfrm>
            <a:off x="628650" y="4947285"/>
            <a:ext cx="8096250" cy="97726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325" b="0">
                <a:solidFill>
                  <a:srgbClr val="B02A1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 algn="l">
              <a:defRPr sz="2325" b="0">
                <a:solidFill>
                  <a:srgbClr val="B02A1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 algn="l">
              <a:defRPr sz="2325" b="0">
                <a:solidFill>
                  <a:srgbClr val="B02A1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 algn="l">
              <a:defRPr sz="2325" b="0">
                <a:solidFill>
                  <a:srgbClr val="B02A1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 algn="l">
              <a:defRPr sz="2325" b="0">
                <a:solidFill>
                  <a:srgbClr val="B02A1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 algn="l">
              <a:defRPr sz="2325" b="0">
                <a:solidFill>
                  <a:srgbClr val="B02A1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 algn="l">
              <a:defRPr sz="2325" b="0">
                <a:solidFill>
                  <a:srgbClr val="B02A1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 algn="l">
              <a:defRPr sz="2325" b="0">
                <a:solidFill>
                  <a:srgbClr val="B02A1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 algn="l">
              <a:defRPr sz="2325" b="0">
                <a:solidFill>
                  <a:srgbClr val="B02A1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 algn="l">
              <a:defRPr sz="2325" b="0">
                <a:solidFill>
                  <a:srgbClr val="B02A1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 algn="l">
              <a:defRPr sz="2325" b="0">
                <a:solidFill>
                  <a:srgbClr val="B02A1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325" b="0">
                <a:solidFill>
                  <a:srgbClr val="B02A1F"/>
                </a:solidFill>
                <a:latin typeface="Arial" panose="020B0604020202090204"/>
                <a:ea typeface="Arial" panose="020B0604020202090204"/>
                <a:cs typeface="Arial" panose="020B0604020202090204"/>
                <a:hlinkClick r:id="rId1" action="ppaction://hlinkfile"/>
              </a:rPr>
              <a:t>https://47.117.105.33</a:t>
            </a:r>
            <a:r>
              <a:rPr lang="en-US" sz="2325" b="0">
                <a:solidFill>
                  <a:srgbClr val="B02A1F"/>
                </a:solidFill>
                <a:latin typeface="Arial" panose="020B0604020202090204"/>
                <a:ea typeface="Arial" panose="020B0604020202090204"/>
                <a:cs typeface="Arial" panose="020B0604020202090204"/>
                <a:hlinkClick r:id="rId1" action="ppaction://hlinkfile"/>
              </a:rPr>
              <a:t> </a:t>
            </a:r>
            <a:endParaRPr lang="en-US" sz="2325" b="0">
              <a:solidFill>
                <a:srgbClr val="B02A1F"/>
              </a:solidFill>
              <a:latin typeface="Arial" panose="020B0604020202090204"/>
              <a:ea typeface="Arial" panose="020B0604020202090204"/>
              <a:cs typeface="Arial" panose="020B0604020202090204"/>
              <a:hlinkClick r:id="rId1" action="ppaction://hlinkfile"/>
            </a:endParaRPr>
          </a:p>
          <a:p>
            <a:pPr algn="l">
              <a:defRPr sz="2325" b="0">
                <a:solidFill>
                  <a:srgbClr val="B02A1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lang="zh-CN" altLang="en-US" sz="2325" b="0">
                <a:solidFill>
                  <a:srgbClr val="B02A1F"/>
                </a:solidFill>
                <a:latin typeface="Arial" panose="020B0604020202090204"/>
                <a:ea typeface="Arial" panose="020B0604020202090204"/>
                <a:cs typeface="Arial" panose="020B0604020202090204"/>
                <a:hlinkClick r:id="rId1" action="ppaction://hlinkfile"/>
              </a:rPr>
              <a:t>账号</a:t>
            </a:r>
            <a:r>
              <a:rPr lang="en-US" altLang="zh-CN" sz="2325" b="0">
                <a:solidFill>
                  <a:srgbClr val="B02A1F"/>
                </a:solidFill>
                <a:latin typeface="Arial" panose="020B0604020202090204"/>
                <a:ea typeface="Arial" panose="020B0604020202090204"/>
                <a:cs typeface="Arial" panose="020B0604020202090204"/>
                <a:hlinkClick r:id="rId1" action="ppaction://hlinkfile"/>
              </a:rPr>
              <a:t>：hhxy</a:t>
            </a:r>
            <a:br>
              <a:rPr lang="en-US" altLang="zh-CN" sz="2325" b="0">
                <a:solidFill>
                  <a:srgbClr val="B02A1F"/>
                </a:solidFill>
                <a:latin typeface="Arial" panose="020B0604020202090204"/>
                <a:ea typeface="Arial" panose="020B0604020202090204"/>
                <a:cs typeface="Arial" panose="020B0604020202090204"/>
                <a:hlinkClick r:id="rId1" action="ppaction://hlinkfile"/>
              </a:rPr>
            </a:br>
            <a:r>
              <a:rPr lang="zh-CN" altLang="en-US" sz="2325" b="0">
                <a:solidFill>
                  <a:srgbClr val="B02A1F"/>
                </a:solidFill>
                <a:latin typeface="Arial" panose="020B0604020202090204"/>
                <a:ea typeface="Arial" panose="020B0604020202090204"/>
                <a:cs typeface="Arial" panose="020B0604020202090204"/>
                <a:hlinkClick r:id="rId1" action="ppaction://hlinkfile"/>
              </a:rPr>
              <a:t>密码</a:t>
            </a:r>
            <a:r>
              <a:rPr lang="en-US" altLang="zh-CN" sz="2325" b="0">
                <a:solidFill>
                  <a:srgbClr val="B02A1F"/>
                </a:solidFill>
                <a:latin typeface="Arial" panose="020B0604020202090204"/>
                <a:ea typeface="Arial" panose="020B0604020202090204"/>
                <a:cs typeface="Arial" panose="020B0604020202090204"/>
                <a:hlinkClick r:id="rId1" action="ppaction://hlinkfile"/>
              </a:rPr>
              <a:t>：toupiaodedoushishuaigemeinv（</a:t>
            </a:r>
            <a:r>
              <a:rPr lang="zh-CN" altLang="en-US" sz="2325" b="0">
                <a:solidFill>
                  <a:srgbClr val="B02A1F"/>
                </a:solidFill>
                <a:latin typeface="Arial" panose="020B0604020202090204"/>
                <a:ea typeface="Arial" panose="020B0604020202090204"/>
                <a:cs typeface="Arial" panose="020B0604020202090204"/>
                <a:hlinkClick r:id="rId1" action="ppaction://hlinkfile"/>
              </a:rPr>
              <a:t>投票的都是帅哥美女</a:t>
            </a:r>
            <a:r>
              <a:rPr lang="en-US" altLang="zh-CN" sz="2325" b="0">
                <a:solidFill>
                  <a:srgbClr val="B02A1F"/>
                </a:solidFill>
                <a:latin typeface="Arial" panose="020B0604020202090204"/>
                <a:ea typeface="Arial" panose="020B0604020202090204"/>
                <a:cs typeface="Arial" panose="020B0604020202090204"/>
                <a:hlinkClick r:id="rId1" action="ppaction://hlinkfile"/>
              </a:rPr>
              <a:t>）</a:t>
            </a:r>
            <a:br>
              <a:rPr lang="en-US" sz="2325" b="0">
                <a:solidFill>
                  <a:srgbClr val="B02A1F"/>
                </a:solidFill>
                <a:latin typeface="Arial" panose="020B0604020202090204"/>
                <a:ea typeface="Arial" panose="020B0604020202090204"/>
                <a:cs typeface="Arial" panose="020B0604020202090204"/>
                <a:hlinkClick r:id="rId1" action="ppaction://hlinkfile"/>
              </a:rPr>
            </a:br>
            <a:endParaRPr lang="en-US" sz="2325" b="0">
              <a:solidFill>
                <a:srgbClr val="B02A1F"/>
              </a:solidFill>
              <a:latin typeface="Arial" panose="020B0604020202090204"/>
              <a:ea typeface="Arial" panose="020B0604020202090204"/>
              <a:cs typeface="Arial" panose="020B0604020202090204"/>
              <a:hlinkClick r:id="rId1" action="ppaction://hlinkfile"/>
            </a:endParaRPr>
          </a:p>
        </p:txBody>
      </p:sp>
      <p:sp>
        <p:nvSpPr>
          <p:cNvPr id="13" name="text-159"/>
          <p:cNvSpPr>
            <a:spLocks noGrp="1"/>
          </p:cNvSpPr>
          <p:nvPr/>
        </p:nvSpPr>
        <p:spPr>
          <a:xfrm>
            <a:off x="628650" y="6010275"/>
            <a:ext cx="99060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defPPr>
            <a:lvl1pPr algn="l">
              <a:defRPr sz="150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1pPr>
            <a:lvl2pPr algn="l">
              <a:defRPr sz="150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2pPr>
            <a:lvl3pPr algn="l">
              <a:defRPr sz="150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3pPr>
            <a:lvl4pPr algn="l">
              <a:defRPr sz="150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4pPr>
            <a:lvl5pPr algn="l">
              <a:defRPr sz="150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5pPr>
            <a:lvl6pPr algn="l">
              <a:defRPr sz="150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6pPr>
            <a:lvl7pPr algn="l">
              <a:defRPr sz="150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7pPr>
            <a:lvl8pPr algn="l">
              <a:defRPr sz="150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8pPr>
            <a:lvl9pPr algn="l">
              <a:defRPr sz="150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9pPr>
          </a:lstStyle>
          <a:p>
            <a:pPr algn="l">
              <a:defRPr sz="150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pPr>
            <a:r>
              <a:rPr sz="150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rPr>
              <a:t>网络波动时，明确切换“本地演示题库”</a:t>
            </a:r>
            <a:endParaRPr sz="1500" b="0">
              <a:solidFill>
                <a:srgbClr val="85765C"/>
              </a:solidFill>
              <a:latin typeface="Heiti TC" panose="02000000000000000000" charset="-122"/>
              <a:ea typeface="Heiti TC" panose="02000000000000000000" charset="-122"/>
              <a:cs typeface="Heiti TC" panose="02000000000000000000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EFD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2" name="text-160"/>
          <p:cNvSpPr>
            <a:spLocks noGrp="1"/>
          </p:cNvSpPr>
          <p:nvPr/>
        </p:nvSpPr>
        <p:spPr>
          <a:xfrm>
            <a:off x="609600" y="285750"/>
            <a:ext cx="63817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200" b="0">
                <a:solidFill>
                  <a:srgbClr val="B02A1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 algn="l">
              <a:defRPr sz="1200" b="0">
                <a:solidFill>
                  <a:srgbClr val="B02A1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 algn="l">
              <a:defRPr sz="1200" b="0">
                <a:solidFill>
                  <a:srgbClr val="B02A1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 algn="l">
              <a:defRPr sz="1200" b="0">
                <a:solidFill>
                  <a:srgbClr val="B02A1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 algn="l">
              <a:defRPr sz="1200" b="0">
                <a:solidFill>
                  <a:srgbClr val="B02A1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 algn="l">
              <a:defRPr sz="1200" b="0">
                <a:solidFill>
                  <a:srgbClr val="B02A1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 algn="l">
              <a:defRPr sz="1200" b="0">
                <a:solidFill>
                  <a:srgbClr val="B02A1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 algn="l">
              <a:defRPr sz="1200" b="0">
                <a:solidFill>
                  <a:srgbClr val="B02A1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 algn="l">
              <a:defRPr sz="1200" b="0">
                <a:solidFill>
                  <a:srgbClr val="B02A1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 algn="l">
              <a:defRPr sz="1200" b="0">
                <a:solidFill>
                  <a:srgbClr val="B02A1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 algn="l">
              <a:defRPr sz="1200" b="0">
                <a:solidFill>
                  <a:srgbClr val="B02A1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00" b="0">
                <a:solidFill>
                  <a:srgbClr val="B02A1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OFFER 大作战 · 校园人事部</a:t>
            </a:r>
            <a:endParaRPr sz="1200" b="0">
              <a:solidFill>
                <a:srgbClr val="B02A1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" name="text-161"/>
          <p:cNvSpPr>
            <a:spLocks noGrp="1"/>
          </p:cNvSpPr>
          <p:nvPr/>
        </p:nvSpPr>
        <p:spPr>
          <a:xfrm>
            <a:off x="9144000" y="285750"/>
            <a:ext cx="24384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20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defPPr>
            <a:lvl1pPr algn="r">
              <a:defRPr sz="120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1pPr>
            <a:lvl2pPr algn="r">
              <a:defRPr sz="120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2pPr>
            <a:lvl3pPr algn="r">
              <a:defRPr sz="120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3pPr>
            <a:lvl4pPr algn="r">
              <a:defRPr sz="120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4pPr>
            <a:lvl5pPr algn="r">
              <a:defRPr sz="120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5pPr>
            <a:lvl6pPr algn="r">
              <a:defRPr sz="120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6pPr>
            <a:lvl7pPr algn="r">
              <a:defRPr sz="120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7pPr>
            <a:lvl8pPr algn="r">
              <a:defRPr sz="120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8pPr>
            <a:lvl9pPr algn="r">
              <a:defRPr sz="120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9pPr>
          </a:lstStyle>
          <a:p>
            <a:pPr algn="r">
              <a:defRPr sz="120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pPr>
            <a:r>
              <a:rPr sz="120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rPr>
              <a:t>下一步</a:t>
            </a:r>
            <a:endParaRPr sz="1200" b="0">
              <a:solidFill>
                <a:srgbClr val="85765C"/>
              </a:solidFill>
              <a:latin typeface="Heiti TC" panose="02000000000000000000" charset="-122"/>
              <a:ea typeface="Heiti TC" panose="02000000000000000000" charset="-122"/>
              <a:cs typeface="Heiti TC" panose="02000000000000000000" charset="-122"/>
            </a:endParaRPr>
          </a:p>
        </p:txBody>
      </p:sp>
      <p:sp>
        <p:nvSpPr>
          <p:cNvPr id="3" name="rule-162"/>
          <p:cNvSpPr>
            <a:spLocks noGrp="1"/>
          </p:cNvSpPr>
          <p:nvPr/>
        </p:nvSpPr>
        <p:spPr>
          <a:xfrm>
            <a:off x="609600" y="723900"/>
            <a:ext cx="10972800" cy="0"/>
          </a:xfrm>
          <a:prstGeom prst="line">
            <a:avLst/>
          </a:prstGeom>
          <a:noFill/>
          <a:ln w="14288">
            <a:solidFill>
              <a:srgbClr val="2B2B2B"/>
            </a:solidFill>
            <a:prstDash val="solid"/>
          </a:ln>
        </p:spPr>
      </p:sp>
      <p:sp>
        <p:nvSpPr>
          <p:cNvPr id="4" name="rule-163"/>
          <p:cNvSpPr>
            <a:spLocks noGrp="1"/>
          </p:cNvSpPr>
          <p:nvPr/>
        </p:nvSpPr>
        <p:spPr>
          <a:xfrm>
            <a:off x="609600" y="6372225"/>
            <a:ext cx="10972800" cy="0"/>
          </a:xfrm>
          <a:prstGeom prst="line">
            <a:avLst/>
          </a:prstGeom>
          <a:noFill/>
          <a:ln w="9525">
            <a:solidFill>
              <a:srgbClr val="D7CBB3"/>
            </a:solidFill>
            <a:prstDash val="solid"/>
          </a:ln>
        </p:spPr>
      </p:sp>
      <p:sp>
        <p:nvSpPr>
          <p:cNvPr id="5" name="text-164"/>
          <p:cNvSpPr>
            <a:spLocks noGrp="1"/>
          </p:cNvSpPr>
          <p:nvPr/>
        </p:nvSpPr>
        <p:spPr>
          <a:xfrm>
            <a:off x="609600" y="6496050"/>
            <a:ext cx="71437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defPPr>
            <a:lvl1pPr algn="l">
              <a:defRPr sz="1125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1pPr>
            <a:lvl2pPr algn="l">
              <a:defRPr sz="1125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2pPr>
            <a:lvl3pPr algn="l">
              <a:defRPr sz="1125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3pPr>
            <a:lvl4pPr algn="l">
              <a:defRPr sz="1125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4pPr>
            <a:lvl5pPr algn="l">
              <a:defRPr sz="1125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5pPr>
            <a:lvl6pPr algn="l">
              <a:defRPr sz="1125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6pPr>
            <a:lvl7pPr algn="l">
              <a:defRPr sz="1125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7pPr>
            <a:lvl8pPr algn="l">
              <a:defRPr sz="1125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8pPr>
            <a:lvl9pPr algn="l">
              <a:defRPr sz="1125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9pPr>
          </a:lstStyle>
          <a:p>
            <a:pPr algn="l">
              <a:defRPr sz="1125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pPr>
            <a:r>
              <a:rPr sz="1125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rPr>
              <a:t>有请下一队  /  黄淮学院</a:t>
            </a:r>
            <a:endParaRPr sz="1125" b="0">
              <a:solidFill>
                <a:srgbClr val="85765C"/>
              </a:solidFill>
              <a:latin typeface="Heiti TC" panose="02000000000000000000" charset="-122"/>
              <a:ea typeface="Heiti TC" panose="02000000000000000000" charset="-122"/>
              <a:cs typeface="Heiti TC" panose="02000000000000000000" charset="-122"/>
            </a:endParaRPr>
          </a:p>
        </p:txBody>
      </p:sp>
      <p:sp>
        <p:nvSpPr>
          <p:cNvPr id="6" name="text-165"/>
          <p:cNvSpPr>
            <a:spLocks noGrp="1"/>
          </p:cNvSpPr>
          <p:nvPr/>
        </p:nvSpPr>
        <p:spPr>
          <a:xfrm>
            <a:off x="10334625" y="6496050"/>
            <a:ext cx="1238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125" b="0">
                <a:solidFill>
                  <a:srgbClr val="85765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 algn="r">
              <a:defRPr sz="1125" b="0">
                <a:solidFill>
                  <a:srgbClr val="85765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 algn="r">
              <a:defRPr sz="1125" b="0">
                <a:solidFill>
                  <a:srgbClr val="85765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 algn="r">
              <a:defRPr sz="1125" b="0">
                <a:solidFill>
                  <a:srgbClr val="85765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 algn="r">
              <a:defRPr sz="1125" b="0">
                <a:solidFill>
                  <a:srgbClr val="85765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 algn="r">
              <a:defRPr sz="1125" b="0">
                <a:solidFill>
                  <a:srgbClr val="85765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 algn="r">
              <a:defRPr sz="1125" b="0">
                <a:solidFill>
                  <a:srgbClr val="85765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 algn="r">
              <a:defRPr sz="1125" b="0">
                <a:solidFill>
                  <a:srgbClr val="85765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 algn="r">
              <a:defRPr sz="1125" b="0">
                <a:solidFill>
                  <a:srgbClr val="85765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 algn="r">
              <a:defRPr sz="1125" b="0">
                <a:solidFill>
                  <a:srgbClr val="85765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 algn="r">
              <a:defRPr sz="1125" b="0">
                <a:solidFill>
                  <a:srgbClr val="85765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125" b="0">
                <a:solidFill>
                  <a:srgbClr val="85765C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12 / 12</a:t>
            </a:r>
            <a:endParaRPr sz="1125" b="0">
              <a:solidFill>
                <a:srgbClr val="85765C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9125" y="1114425"/>
            <a:ext cx="952500" cy="952500"/>
          </a:xfrm>
          <a:prstGeom prst="rect">
            <a:avLst/>
          </a:prstGeom>
        </p:spPr>
      </p:pic>
      <p:sp>
        <p:nvSpPr>
          <p:cNvPr id="8" name="closing-title"/>
          <p:cNvSpPr>
            <a:spLocks noGrp="1"/>
          </p:cNvSpPr>
          <p:nvPr/>
        </p:nvSpPr>
        <p:spPr>
          <a:xfrm>
            <a:off x="619125" y="2476500"/>
            <a:ext cx="1057275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4950" b="1">
                <a:solidFill>
                  <a:srgbClr val="B02A1F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defRPr>
            </a:defPPr>
            <a:lvl1pPr algn="l">
              <a:defRPr sz="4950" b="1">
                <a:solidFill>
                  <a:srgbClr val="B02A1F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defRPr>
            </a:lvl1pPr>
            <a:lvl2pPr algn="l">
              <a:defRPr sz="4950" b="1">
                <a:solidFill>
                  <a:srgbClr val="B02A1F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defRPr>
            </a:lvl2pPr>
            <a:lvl3pPr algn="l">
              <a:defRPr sz="4950" b="1">
                <a:solidFill>
                  <a:srgbClr val="B02A1F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defRPr>
            </a:lvl3pPr>
            <a:lvl4pPr algn="l">
              <a:defRPr sz="4950" b="1">
                <a:solidFill>
                  <a:srgbClr val="B02A1F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defRPr>
            </a:lvl4pPr>
            <a:lvl5pPr algn="l">
              <a:defRPr sz="4950" b="1">
                <a:solidFill>
                  <a:srgbClr val="B02A1F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defRPr>
            </a:lvl5pPr>
            <a:lvl6pPr algn="l">
              <a:defRPr sz="4950" b="1">
                <a:solidFill>
                  <a:srgbClr val="B02A1F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defRPr>
            </a:lvl6pPr>
            <a:lvl7pPr algn="l">
              <a:defRPr sz="4950" b="1">
                <a:solidFill>
                  <a:srgbClr val="B02A1F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defRPr>
            </a:lvl7pPr>
            <a:lvl8pPr algn="l">
              <a:defRPr sz="4950" b="1">
                <a:solidFill>
                  <a:srgbClr val="B02A1F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defRPr>
            </a:lvl8pPr>
            <a:lvl9pPr algn="l">
              <a:defRPr sz="4950" b="1">
                <a:solidFill>
                  <a:srgbClr val="B02A1F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defRPr>
            </a:lvl9pPr>
          </a:lstStyle>
          <a:p>
            <a:pPr algn="l">
              <a:defRPr sz="4950" b="1">
                <a:solidFill>
                  <a:srgbClr val="B02A1F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defRPr>
            </a:pPr>
            <a:r>
              <a:rPr sz="4950" b="1">
                <a:solidFill>
                  <a:srgbClr val="B02A1F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rPr>
              <a:t>今天，你想应聘什么？</a:t>
            </a:r>
            <a:endParaRPr sz="4950" b="1">
              <a:solidFill>
                <a:srgbClr val="B02A1F"/>
              </a:solidFill>
              <a:latin typeface="Songti SC" panose="02010800040101010101" charset="-122"/>
              <a:ea typeface="Songti SC" panose="02010800040101010101" charset="-122"/>
              <a:cs typeface="Songti SC" panose="02010800040101010101" charset="-122"/>
            </a:endParaRPr>
          </a:p>
        </p:txBody>
      </p:sp>
      <p:sp>
        <p:nvSpPr>
          <p:cNvPr id="9" name="text-166"/>
          <p:cNvSpPr>
            <a:spLocks noGrp="1"/>
          </p:cNvSpPr>
          <p:nvPr/>
        </p:nvSpPr>
        <p:spPr>
          <a:xfrm>
            <a:off x="638175" y="3724275"/>
            <a:ext cx="1057275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75" b="0">
                <a:solidFill>
                  <a:srgbClr val="2B2B2B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defRPr>
            </a:defPPr>
            <a:lvl1pPr algn="l">
              <a:defRPr sz="2475" b="0">
                <a:solidFill>
                  <a:srgbClr val="2B2B2B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defRPr>
            </a:lvl1pPr>
            <a:lvl2pPr algn="l">
              <a:defRPr sz="2475" b="0">
                <a:solidFill>
                  <a:srgbClr val="2B2B2B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defRPr>
            </a:lvl2pPr>
            <a:lvl3pPr algn="l">
              <a:defRPr sz="2475" b="0">
                <a:solidFill>
                  <a:srgbClr val="2B2B2B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defRPr>
            </a:lvl3pPr>
            <a:lvl4pPr algn="l">
              <a:defRPr sz="2475" b="0">
                <a:solidFill>
                  <a:srgbClr val="2B2B2B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defRPr>
            </a:lvl4pPr>
            <a:lvl5pPr algn="l">
              <a:defRPr sz="2475" b="0">
                <a:solidFill>
                  <a:srgbClr val="2B2B2B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defRPr>
            </a:lvl5pPr>
            <a:lvl6pPr algn="l">
              <a:defRPr sz="2475" b="0">
                <a:solidFill>
                  <a:srgbClr val="2B2B2B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defRPr>
            </a:lvl6pPr>
            <a:lvl7pPr algn="l">
              <a:defRPr sz="2475" b="0">
                <a:solidFill>
                  <a:srgbClr val="2B2B2B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defRPr>
            </a:lvl7pPr>
            <a:lvl8pPr algn="l">
              <a:defRPr sz="2475" b="0">
                <a:solidFill>
                  <a:srgbClr val="2B2B2B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defRPr>
            </a:lvl8pPr>
            <a:lvl9pPr algn="l">
              <a:defRPr sz="2475" b="0">
                <a:solidFill>
                  <a:srgbClr val="2B2B2B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defRPr>
            </a:lvl9pPr>
          </a:lstStyle>
          <a:p>
            <a:pPr algn="l">
              <a:defRPr sz="2475" b="0">
                <a:solidFill>
                  <a:srgbClr val="2B2B2B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defRPr>
            </a:pPr>
            <a:r>
              <a:rPr sz="2475" b="0">
                <a:solidFill>
                  <a:srgbClr val="2B2B2B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rPr>
              <a:t>让每一种校园脑洞，都有一次被接住的机会</a:t>
            </a:r>
            <a:endParaRPr sz="2475" b="0">
              <a:solidFill>
                <a:srgbClr val="2B2B2B"/>
              </a:solidFill>
              <a:latin typeface="Songti SC" panose="02010800040101010101" charset="-122"/>
              <a:ea typeface="Songti SC" panose="02010800040101010101" charset="-122"/>
              <a:cs typeface="Songti SC" panose="02010800040101010101" charset="-122"/>
            </a:endParaRPr>
          </a:p>
        </p:txBody>
      </p:sp>
      <p:sp>
        <p:nvSpPr>
          <p:cNvPr id="10" name="text-167"/>
          <p:cNvSpPr>
            <a:spLocks noGrp="1"/>
          </p:cNvSpPr>
          <p:nvPr/>
        </p:nvSpPr>
        <p:spPr>
          <a:xfrm>
            <a:off x="638175" y="4981575"/>
            <a:ext cx="10572750" cy="714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defPPr>
            <a:lvl1pPr algn="l">
              <a:defRPr sz="195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1pPr>
            <a:lvl2pPr algn="l">
              <a:defRPr sz="195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2pPr>
            <a:lvl3pPr algn="l">
              <a:defRPr sz="195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3pPr>
            <a:lvl4pPr algn="l">
              <a:defRPr sz="195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4pPr>
            <a:lvl5pPr algn="l">
              <a:defRPr sz="195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5pPr>
            <a:lvl6pPr algn="l">
              <a:defRPr sz="195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6pPr>
            <a:lvl7pPr algn="l">
              <a:defRPr sz="195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7pPr>
            <a:lvl8pPr algn="l">
              <a:defRPr sz="195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8pPr>
            <a:lvl9pPr algn="l">
              <a:defRPr sz="195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9pPr>
          </a:lstStyle>
          <a:p>
            <a:pPr algn="l">
              <a:defRPr sz="195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pPr>
            <a:r>
              <a:rPr sz="1950" b="0">
                <a:solidFill>
                  <a:srgbClr val="85765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rPr>
              <a:t>下一步：完善手机体验，细化角色声音，扩充校园岗位与追问内容</a:t>
            </a:r>
            <a:endParaRPr sz="1950" b="0">
              <a:solidFill>
                <a:srgbClr val="85765C"/>
              </a:solidFill>
              <a:latin typeface="Heiti TC" panose="02000000000000000000" charset="-122"/>
              <a:ea typeface="Heiti TC" panose="02000000000000000000" charset="-122"/>
              <a:cs typeface="Heiti TC" panose="02000000000000000000" charset="-122"/>
            </a:endParaRPr>
          </a:p>
        </p:txBody>
      </p:sp>
      <p:sp>
        <p:nvSpPr>
          <p:cNvPr id="11" name="text-168"/>
          <p:cNvSpPr>
            <a:spLocks noGrp="1"/>
          </p:cNvSpPr>
          <p:nvPr/>
        </p:nvSpPr>
        <p:spPr>
          <a:xfrm>
            <a:off x="638175" y="5838825"/>
            <a:ext cx="105727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B02A1F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defPPr>
            <a:lvl1pPr algn="l">
              <a:defRPr sz="1800" b="0">
                <a:solidFill>
                  <a:srgbClr val="B02A1F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1pPr>
            <a:lvl2pPr algn="l">
              <a:defRPr sz="1800" b="0">
                <a:solidFill>
                  <a:srgbClr val="B02A1F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2pPr>
            <a:lvl3pPr algn="l">
              <a:defRPr sz="1800" b="0">
                <a:solidFill>
                  <a:srgbClr val="B02A1F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3pPr>
            <a:lvl4pPr algn="l">
              <a:defRPr sz="1800" b="0">
                <a:solidFill>
                  <a:srgbClr val="B02A1F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4pPr>
            <a:lvl5pPr algn="l">
              <a:defRPr sz="1800" b="0">
                <a:solidFill>
                  <a:srgbClr val="B02A1F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5pPr>
            <a:lvl6pPr algn="l">
              <a:defRPr sz="1800" b="0">
                <a:solidFill>
                  <a:srgbClr val="B02A1F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6pPr>
            <a:lvl7pPr algn="l">
              <a:defRPr sz="1800" b="0">
                <a:solidFill>
                  <a:srgbClr val="B02A1F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7pPr>
            <a:lvl8pPr algn="l">
              <a:defRPr sz="1800" b="0">
                <a:solidFill>
                  <a:srgbClr val="B02A1F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8pPr>
            <a:lvl9pPr algn="l">
              <a:defRPr sz="1800" b="0">
                <a:solidFill>
                  <a:srgbClr val="B02A1F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9pPr>
          </a:lstStyle>
          <a:p>
            <a:pPr algn="l">
              <a:defRPr sz="1800" b="0">
                <a:solidFill>
                  <a:srgbClr val="B02A1F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pPr>
            <a:r>
              <a:rPr sz="1800" b="0">
                <a:solidFill>
                  <a:srgbClr val="B02A1F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rPr>
              <a:t>有请下一队 · 黄淮学院</a:t>
            </a:r>
            <a:endParaRPr sz="1800" b="0">
              <a:solidFill>
                <a:srgbClr val="B02A1F"/>
              </a:solidFill>
              <a:latin typeface="Heiti TC" panose="02000000000000000000" charset="-122"/>
              <a:ea typeface="Heiti TC" panose="02000000000000000000" charset="-122"/>
              <a:cs typeface="Heiti TC" panose="02000000000000000000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1944</Words>
  <Application>WPS 文字</Application>
  <PresentationFormat>Converted Presentation</PresentationFormat>
  <Paragraphs>324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7" baseType="lpstr">
      <vt:lpstr>Arial</vt:lpstr>
      <vt:lpstr>宋体</vt:lpstr>
      <vt:lpstr>Wingdings</vt:lpstr>
      <vt:lpstr>Arial</vt:lpstr>
      <vt:lpstr>Heiti TC</vt:lpstr>
      <vt:lpstr>Songti SC</vt:lpstr>
      <vt:lpstr>宋体</vt:lpstr>
      <vt:lpstr>汉仪书宋二KW</vt:lpstr>
      <vt:lpstr>微软雅黑</vt:lpstr>
      <vt:lpstr>方正雅意黑 GB18030L2</vt:lpstr>
      <vt:lpstr>Arial Unicode MS</vt:lpstr>
      <vt:lpstr>Aptos</vt:lpstr>
      <vt:lpstr>Helvetica Neue</vt:lpstr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Aaron</cp:lastModifiedBy>
  <cp:revision>2</cp:revision>
  <dcterms:created xsi:type="dcterms:W3CDTF">2026-10-18T02:40:39Z</dcterms:created>
  <dcterms:modified xsi:type="dcterms:W3CDTF">2026-10-18T02:40:39Z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C195573103B7FCBB6831D46AECE09805_42</vt:lpwstr>
  </property>
  <property fmtid="{D5CDD505-2E9C-101B-9397-08002B2CF9AE}" pid="3" name="KSOProductBuildVer">
    <vt:lpwstr>2052-12.1.28496.28496</vt:lpwstr>
  </property>
</Properties>
</file>